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Word：一.1 整体架构。
段落索引（从 0 起）：[0, 17]。
讲述：沿架构 → 参数量 → FLOPs → 硬件效率展开。DSpark 的 3 个 Draft Blocks 是辅助分支，不计为 43 个同样的主层。
点击顺序：
1. 文本 / 图像进入各自输入模块
2. 显示 40 层 Transformer 主干与 LM Head
3. 显示 DSpark 独立草稿分支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Word：一.2 Causal Encoder 与 Decoder。
段落索引（从 0 起）：[18, 25]。
讲述：Encoder / Decoder 的区别是计算职责和 Global KV 来源，不是传统双向 Encoder 与 Cross-Attention Decoder。
点击顺序：
1. 显示 Prefill 主要处理输入的路径
2. 显示 Encoder 表示构建 Decoder Global KV
3. 显示 Decode 当前 token 经过 40 层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Word：一.3 Encoder Attention。
段落索引（从 0 起）：[26, 42]。
讲述：图中只画部分示意位置。Encoder 第 0、1 层只有 SWA；从第 2 层开始增加 Global KV。128 是配置窗口上限。
点击顺序：
1. 高亮最近最多 128 个 Local 位置
2. 显示历史 token 的 2:1 全局压缩
3. 连接 Global KV 与当前 Query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Word：一.3 Global KV 与 Indexer。
段落索引（从 0 起）：[43, 47]。
讲述：Indexer 与 Main Attention 使用不同 Query。Top-512 是上限；实际数量取决于可用历史。评分和筛选本身也有开销。
点击顺序：
1. Indexer Query 为全局位置评分
2. 高亮最多 Top-512 位置
3. Main Query 读取选中 Global KV 与 Local KV
4. 显示共同 Softmax 与输出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Word：一.4 CSA2 与层间复用。
段落索引（从 0 起）：[48, 70]。
讲述：Full 建立 Global KV 和 Index Keys 并选择；Reindex 保留缓存重新选择；Reuse 连最近选址也复用。Decoder 候选池每块 8 位置、最多 2048 块，限制后续搜索。层号从 0 开始。
点击顺序：
1. 显示 Encoder 全局源层 2 / 8 / 14
2. 显示 Decoder 第 20 层提供 Global KV
3. 显示 24 / 28 / 32 / 36 层重新选址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Word：一.5 mHC。
段落索引（从 0 起）：[71, 82]。
讲述：每路维度 5120。四路状态不等于 Attention 和 MoE 直接执行四遍；混合权重和混合过程另有参数和成本。
点击顺序：
1. 四路 Hidden States 通过 Pre 混为一路
2. Attention / MoE 执行一次主计算
3. Post 分配、Comb 混合回四路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Word：一.6 MoE 与 Dense。
段落索引（从 0 起）：[83, 96]。
讲述：专家墙真实包含 384 格。分数与选中的具体专家编号只作教学示意，不是运行轨迹；共享专家不参与这次 Top-6 竞争。
点击顺序：
1. Token 进入 Router
2. 显示 384 个 Routed Experts 的评分示意
3. 高亮其中 6 个选中专家
4. 显示始终执行的 1 个 Shared Expert
5. 选中专家执行 FFN
6. 路由加权求和，再加共享专家输出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Word：一.6 Expert 内部计算。
段落索引（从 0 起）：[93, 96]。
讲述：Expert(x)=Down(SiLU(Gate(x)) ⊙ Up(x))。三个 Linear 均无 bias，SiLU 和逐元素乘法无新增权重但有计算。
点击顺序：
1. X 分别进入 Gate 与 Up
2. Gate 经过 SiLU 后与 Up 逐元素相乘
3. Down 将 2304 维投影回 5120 维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Word：一.7 Engram。
段落索引（从 0 起）：[97, 103]。
讲述：Engram 位于 Encoder 第 1 和 14 层。大量存储参数不等于每 token 都执行整表的稠密乘法；查表仍有访存成本。
点击顺序：
1. N-gram token 组合进入哈希查找
2. 从大型表中读取少量条目
3. 读取的记忆参与后续处理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Word：二.1 一个 Expert。
段落索引（从 0 起）：[104, 124]。
讲述：以单 token 输入 [1,5120] 说明形状，参数量本身不随本次输入 token 数增加。Down 形状按 XW 记法写作 [2304,5120]。
点击顺序：
1. 显示 Gate 权重 5120 × 2304
2. 显示 Up 和 Down 的矩阵形状
3. 三个矩阵参数量求和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Word：二.2–3 Total vs Active。
段落索引（从 0 起）：[125, 144]。
讲述：单层专家总权重 13,624,934,400；激活专家 247,726,080。Router 矩阵 1,966,080。主数值不含选择偏置，且不是全模型参数量。
点击顺序：
1. 显示全部专家的总参数量
2. 仅高亮 6 Routed + 1 Shared
3. 分别加上 Router 矩阵权重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从参数到 FLOPs。
段落索引（从 0 起）：[145, 155]。
讲述：小矩阵为教学例。A=[[1,2,3],[4,5,6]]，B=[[1,2],[3,4],[5,6]]。每次点击只推进一个乘法或求和动作，等待听众看清再继续。
点击顺序：
1. 高亮 A 第一行 [1,2,3]
2. 高亮 B 第一列 [1,3,5]
3. 显示 1×1 = 1
4. 显示 2×3 = 6
5. 显示 3×5 = 15
6. 将乘积相加：1+6+15 = 22
7. 将 22 写入 C 第一行第一列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1 矩阵乘法与计数。
段落索引（从 0 起）：[151, 155]。
讲述：C=[[22,28],[49,64]]。每个输出精确 5 次乘加，全矩阵 20 FLOPs；2×2×3×2=24 为常用近似。不是精确 24。
点击顺序：
1. 高亮 A 第一行与 B 第二列
2. 显示 1×2 + 2×4 + 3×6 = 28
3. 将 28 写入 C，并补齐第二行
4. 显示 3 次乘法 + 2 次加法，以及 2MKN 近似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2 Query 投影。
段落索引（从 0 起）：[156, 188]。
讲述：形状真实，向量宽度为示意，不按维度严格等比。主 FLOPs 仅两个 Linear，排除 RMSNorm / RoPE。Reshape 不增加浮点乘加。
点击顺序：
1. W_QA：5120 → 1280，13.11 MFLOPs
2. RMSNorm：维度仍为 1280
3. W_QB：1280 → 32768，83.89 MFLOPs
4. 重排为 64 Heads × 512，汇总 96.99 MFLOPs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Word：三.前向 3 从单模块到多层。
段落索引（从 0 起）：[189, 194]。
讲述：该乘法针对正常主干 Decode 的两次 Query Linear；不是 Prefill、不是完整全模型前向、也不含 DSpark。
点击顺序：
1. 显示一层 Query 的 96.99 MFLOPs
2. 按 40 个主干层累加
3. 显示 3.8797 GFLOPs，并指出其余模块仍需另计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1–2 五步与顺序。
段落索引（从 0 起）：[196, 214]。
讲述：原稿用 dZ 指末端梯度；此处聚焦 Query 子图，以 dQ 表示后续 Attention 已传回的梯度。整个模型的 Loss 不直接等于 Query 局部 Loss。
点击顺序：
1. 显示前向 X → W_QA → RMSNorm → W_QB → Q
2. ① 从 Loss 获得 dQ
3. ② 取回本层保存的输入和权重
4. 反向从 W_QB 经 RMSNorm 回到 W_QA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3–5 Weight / Input Gradient。
段落索引（从 0 起）：[215, 234]。
讲述：dW 使用洋红色，dX / 继续传播梯度使用橙色。输入形状、输出形状均列出。RMSNorm 反向必须经过，不是恒等；γ 的梯度未在主图展开，成本小计另排除。
点击顺序：
1. W_QB 收到 dQ
2. ③ dW_QB = H′ᵀ dQ，向权重分支流动
3. ④ dH′ = dQ W_QBᵀ，继续向前
4. RMSNorm 将 dH′ 转为 dH
5. W_QA 分支产生 dW_QA 与 dX
6. ⑤ dX 继续传给前一模块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Word：三.Backward 6 反向 FLOPs 汇总。
段落索引（从 0 起）：[235, 241]。
讲述：采用 2MKN 近似且输入、权重都需要梯度，排除 RMSNorm、优化器与额外重计算。单 token 精确外积没有跨行求和，因此精确反向不严格等于两倍；见核对报告。
点击顺序：
1. 前向一次矩阵乘法 F
2. 反向分别计算 dW 和 dX
3. 汇总 Query Linear Backward 193.99 MFLOPs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Word：四.1–3 概念与屋顶线。
段落索引（从 0 起）：[243, 266]。
讲述：双对数坐标。斜线与水平线的较小值构成屋顶；点的纵坐标是模型给出的性能上界，不是实测。H100 SXM BF16 Dense 989 TFLOP/s，3.35 TB/s。
点击顺序：
1. 只显示 Arithmetic Intensity 与 Performance 坐标轴
2. 绘制 Memory Bandwidth Limit：AI × BW
3. 加入 Peak Compute 水平线
4. 标出 Ridge Point = Peak / BW
5. 标注 Memory-bound 与 Compute-bound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Word：四.3–5 Query 流量与 Batch。
段落索引（从 0 起）：[267, 285]。
讲述：F(M)=96,993,280M；B(M)=96,993,280+80,896M。每个权重矩阵按批次读取一次，中间 H 写一次读一次；不含 RMSNorm、真实缓存与融合。M 是一次共同处理的行数，不是同一请求未来 token 可任意并行。
点击顺序：
1. 显示 BF16 权重和激活流量拆分
2. 显示 M=1：AI≈1，Memory-bound
3. 显示 M=1024：AI≈552.3，Compute-bound
4. 显示向右移动轨迹与优化方向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Word：五.MFU 基本公式与示例。
段落索引（从 0 起）：[286, 320]。
讲述：Illustrative Example / Not Measured。报告 batch 100.6M tokens；60 GFLOPs/token、2048 GPUs 和 6 s 均为假设；989.5 为示例硬件规格。60 GFLOPs 不是已验证的全模型训练值。MFU 分子不计额外激活重计算；更高 MFU 不自动表示质量更高或总成本更低。
点击顺序：
1. Useful FLOPs：100.6M × 60 GFLOPs = 6.036 EFLOPs
2. Total Peak：2048 × 989.5 TFLOP/s = 2.026496 EFLOP/s
3. Available FLOPs：乘 6 s；进度条自动在约 0.9 秒内填到 49.6%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 Word：五.6–7 综合与总结。
段落索引（从 0 起）：[321, 328]。
讲述：Roofline 看潜在算力 / 带宽上限，MFU 结合有效模型 FLOPs 与真实吞吐量。仍需 profiling 核实端到端瓶颈；教学估算不是实测。
点击顺序：
1. 架构决定执行路径与可学习权重
2. 前向与反向决定声明范围的 FLOPs
3. Roofline 解释潜在瓶颈，MFU 衡量训练系统效率
本页完成后再次点击切换下一页。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-architecture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一.1 整体架构</a:t>
            </a:r>
            <a:endParaRPr lang="en-US" sz="1050" dirty="0"/>
          </a:p>
        </p:txBody>
      </p:sp>
      <p:sp>
        <p:nvSpPr>
          <p:cNvPr id="3" name="s01-architecture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V4.1 Flash：计算成本从架构开始</a:t>
            </a:r>
            <a:endParaRPr lang="en-US" sz="2700" dirty="0"/>
          </a:p>
        </p:txBody>
      </p:sp>
      <p:sp>
        <p:nvSpPr>
          <p:cNvPr id="4" name="s01-architecture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1-architecture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1-architecture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1-architecture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1-architecture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1-architecture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1-architecture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22</a:t>
            </a:r>
            <a:endParaRPr lang="en-US" sz="1050" dirty="0"/>
          </a:p>
        </p:txBody>
      </p:sp>
      <p:sp>
        <p:nvSpPr>
          <p:cNvPr id="11" name="s01-architecture:0:10:text"/>
          <p:cNvSpPr/>
          <p:nvPr/>
        </p:nvSpPr>
        <p:spPr>
          <a:xfrm>
            <a:off x="457200" y="1490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  →  Parameters  →  FLOPs  →  Efficiency</a:t>
            </a:r>
            <a:endParaRPr lang="en-US" sz="1900" dirty="0"/>
          </a:p>
        </p:txBody>
      </p:sp>
      <p:sp>
        <p:nvSpPr>
          <p:cNvPr id="12" name="s01-architecture:1:11:rect"/>
          <p:cNvSpPr/>
          <p:nvPr/>
        </p:nvSpPr>
        <p:spPr>
          <a:xfrm>
            <a:off x="502920" y="2331720"/>
            <a:ext cx="1508760" cy="9144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01-architecture:1:12:text"/>
          <p:cNvSpPr/>
          <p:nvPr/>
        </p:nvSpPr>
        <p:spPr>
          <a:xfrm>
            <a:off x="576072" y="237744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Embedding</a:t>
            </a:r>
            <a:endParaRPr lang="en-US" sz="1600" dirty="0"/>
          </a:p>
        </p:txBody>
      </p:sp>
      <p:sp>
        <p:nvSpPr>
          <p:cNvPr id="14" name="s01-architecture:1:13:rect"/>
          <p:cNvSpPr/>
          <p:nvPr/>
        </p:nvSpPr>
        <p:spPr>
          <a:xfrm>
            <a:off x="502920" y="3474720"/>
            <a:ext cx="1508760" cy="7772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01-architecture:1:14:text"/>
          <p:cNvSpPr/>
          <p:nvPr/>
        </p:nvSpPr>
        <p:spPr>
          <a:xfrm>
            <a:off x="576072" y="3520440"/>
            <a:ext cx="1362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+ Aligner</a:t>
            </a:r>
            <a:endParaRPr lang="en-US" sz="1500" dirty="0"/>
          </a:p>
        </p:txBody>
      </p:sp>
      <p:sp>
        <p:nvSpPr>
          <p:cNvPr id="16" name="s01-architecture:2:15:line"/>
          <p:cNvSpPr/>
          <p:nvPr/>
        </p:nvSpPr>
        <p:spPr>
          <a:xfrm>
            <a:off x="2103120" y="2788920"/>
            <a:ext cx="41148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7" name="s01-architecture:2:16:line"/>
          <p:cNvSpPr/>
          <p:nvPr/>
        </p:nvSpPr>
        <p:spPr>
          <a:xfrm flipV="1">
            <a:off x="2103120" y="3200400"/>
            <a:ext cx="411480" cy="5943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01-architecture:2:17:rect"/>
          <p:cNvSpPr/>
          <p:nvPr/>
        </p:nvSpPr>
        <p:spPr>
          <a:xfrm>
            <a:off x="2606040" y="2331720"/>
            <a:ext cx="1828800" cy="9144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01-architecture:2:18:text"/>
          <p:cNvSpPr/>
          <p:nvPr/>
        </p:nvSpPr>
        <p:spPr>
          <a:xfrm>
            <a:off x="2679192" y="23774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Causal Encoder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Layers</a:t>
            </a:r>
            <a:endParaRPr lang="en-US" sz="1800" dirty="0"/>
          </a:p>
        </p:txBody>
      </p:sp>
      <p:sp>
        <p:nvSpPr>
          <p:cNvPr id="20" name="s01-architecture:2:19:line"/>
          <p:cNvSpPr/>
          <p:nvPr/>
        </p:nvSpPr>
        <p:spPr>
          <a:xfrm>
            <a:off x="4480560" y="2788920"/>
            <a:ext cx="2743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1" name="s01-architecture:2:20:rect"/>
          <p:cNvSpPr/>
          <p:nvPr/>
        </p:nvSpPr>
        <p:spPr>
          <a:xfrm>
            <a:off x="4846320" y="2331720"/>
            <a:ext cx="1828800" cy="9144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01-architecture:2:21:text"/>
          <p:cNvSpPr/>
          <p:nvPr/>
        </p:nvSpPr>
        <p:spPr>
          <a:xfrm>
            <a:off x="4919472" y="23774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Causal Decoder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Layers</a:t>
            </a:r>
            <a:endParaRPr lang="en-US" sz="1800" dirty="0"/>
          </a:p>
        </p:txBody>
      </p:sp>
      <p:sp>
        <p:nvSpPr>
          <p:cNvPr id="23" name="s01-architecture:2:22:line"/>
          <p:cNvSpPr/>
          <p:nvPr/>
        </p:nvSpPr>
        <p:spPr>
          <a:xfrm>
            <a:off x="6720840" y="2788920"/>
            <a:ext cx="32004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4" name="s01-architecture:2:23:rect"/>
          <p:cNvSpPr/>
          <p:nvPr/>
        </p:nvSpPr>
        <p:spPr>
          <a:xfrm>
            <a:off x="7132320" y="2331720"/>
            <a:ext cx="1508760" cy="91440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5" name="s01-architecture:2:24:text"/>
          <p:cNvSpPr/>
          <p:nvPr/>
        </p:nvSpPr>
        <p:spPr>
          <a:xfrm>
            <a:off x="7205472" y="237744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 Head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Token</a:t>
            </a:r>
            <a:endParaRPr lang="en-US" sz="1700" dirty="0"/>
          </a:p>
        </p:txBody>
      </p:sp>
      <p:sp>
        <p:nvSpPr>
          <p:cNvPr id="26" name="s01-architecture:3:25:line"/>
          <p:cNvSpPr/>
          <p:nvPr/>
        </p:nvSpPr>
        <p:spPr>
          <a:xfrm>
            <a:off x="5760720" y="3291840"/>
            <a:ext cx="914" cy="411480"/>
          </a:xfrm>
          <a:prstGeom prst="line">
            <a:avLst/>
          </a:prstGeom>
          <a:noFill/>
          <a:ln w="1905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7" name="s01-architecture:3:26:rect"/>
          <p:cNvSpPr/>
          <p:nvPr/>
        </p:nvSpPr>
        <p:spPr>
          <a:xfrm>
            <a:off x="2743200" y="3749040"/>
            <a:ext cx="5897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28" name="s01-architecture:3:27:text"/>
          <p:cNvSpPr/>
          <p:nvPr/>
        </p:nvSpPr>
        <p:spPr>
          <a:xfrm>
            <a:off x="2816352" y="3794760"/>
            <a:ext cx="5751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 · 3 Draft Blocks → 5 候选 Tokens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-ced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一.2 Causal Encoder 与 Decoder</a:t>
            </a:r>
            <a:endParaRPr lang="en-US" sz="1050" dirty="0"/>
          </a:p>
        </p:txBody>
      </p:sp>
      <p:sp>
        <p:nvSpPr>
          <p:cNvPr id="3" name="s02-ced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层 + 20 层：两部分都遵守 Causal Mask</a:t>
            </a:r>
            <a:endParaRPr lang="en-US" sz="2700" dirty="0"/>
          </a:p>
        </p:txBody>
      </p:sp>
      <p:sp>
        <p:nvSpPr>
          <p:cNvPr id="4" name="s02-ced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2-ced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2-ced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2-ced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2-ced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2-ced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2-ced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22</a:t>
            </a:r>
            <a:endParaRPr lang="en-US" sz="1050" dirty="0"/>
          </a:p>
        </p:txBody>
      </p:sp>
      <p:sp>
        <p:nvSpPr>
          <p:cNvPr id="11" name="s02-ced:0:10:rect"/>
          <p:cNvSpPr/>
          <p:nvPr/>
        </p:nvSpPr>
        <p:spPr>
          <a:xfrm>
            <a:off x="1920240" y="1828800"/>
            <a:ext cx="2194560" cy="6858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02-ced:0:11:text"/>
          <p:cNvSpPr/>
          <p:nvPr/>
        </p:nvSpPr>
        <p:spPr>
          <a:xfrm>
            <a:off x="1993392" y="187452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· 0–19</a:t>
            </a:r>
            <a:endParaRPr lang="en-US" sz="1800" dirty="0"/>
          </a:p>
        </p:txBody>
      </p:sp>
      <p:sp>
        <p:nvSpPr>
          <p:cNvPr id="13" name="s02-ced:0:12:rect"/>
          <p:cNvSpPr/>
          <p:nvPr/>
        </p:nvSpPr>
        <p:spPr>
          <a:xfrm>
            <a:off x="5577840" y="1828800"/>
            <a:ext cx="2377440" cy="6858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02-ced:0:13:text"/>
          <p:cNvSpPr/>
          <p:nvPr/>
        </p:nvSpPr>
        <p:spPr>
          <a:xfrm>
            <a:off x="5650992" y="187452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Decoder · 20–39</a:t>
            </a:r>
            <a:endParaRPr lang="en-US" sz="1800" dirty="0"/>
          </a:p>
        </p:txBody>
      </p:sp>
      <p:sp>
        <p:nvSpPr>
          <p:cNvPr id="15" name="s02-ced:1:14:text"/>
          <p:cNvSpPr/>
          <p:nvPr/>
        </p:nvSpPr>
        <p:spPr>
          <a:xfrm>
            <a:off x="457200" y="28529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</a:t>
            </a:r>
            <a:endParaRPr lang="en-US" sz="1900" dirty="0"/>
          </a:p>
        </p:txBody>
      </p:sp>
      <p:sp>
        <p:nvSpPr>
          <p:cNvPr id="16" name="s02-ced:1:15:line"/>
          <p:cNvSpPr/>
          <p:nvPr/>
        </p:nvSpPr>
        <p:spPr>
          <a:xfrm>
            <a:off x="1554480" y="3063240"/>
            <a:ext cx="36576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02-ced:1:16:rect"/>
          <p:cNvSpPr/>
          <p:nvPr/>
        </p:nvSpPr>
        <p:spPr>
          <a:xfrm>
            <a:off x="1920240" y="2743200"/>
            <a:ext cx="2194560" cy="7772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02-ced:1:17:text"/>
          <p:cNvSpPr/>
          <p:nvPr/>
        </p:nvSpPr>
        <p:spPr>
          <a:xfrm>
            <a:off x="1993392" y="278892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多数输入 Token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Encoder 表示</a:t>
            </a:r>
            <a:endParaRPr lang="en-US" sz="1600" dirty="0"/>
          </a:p>
        </p:txBody>
      </p:sp>
      <p:sp>
        <p:nvSpPr>
          <p:cNvPr id="19" name="s02-ced:2:18:line"/>
          <p:cNvSpPr/>
          <p:nvPr/>
        </p:nvSpPr>
        <p:spPr>
          <a:xfrm>
            <a:off x="4206240" y="3108960"/>
            <a:ext cx="1325880" cy="914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20" name="s02-ced:2:19:text"/>
          <p:cNvSpPr/>
          <p:nvPr/>
        </p:nvSpPr>
        <p:spPr>
          <a:xfrm>
            <a:off x="4251960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Global KV</a:t>
            </a:r>
            <a:endParaRPr lang="en-US" sz="1350" dirty="0"/>
          </a:p>
        </p:txBody>
      </p:sp>
      <p:sp>
        <p:nvSpPr>
          <p:cNvPr id="21" name="s02-ced:2:20:rect"/>
          <p:cNvSpPr/>
          <p:nvPr/>
        </p:nvSpPr>
        <p:spPr>
          <a:xfrm>
            <a:off x="5577840" y="2743200"/>
            <a:ext cx="2377440" cy="77724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2" name="s02-ced:2:21:text"/>
          <p:cNvSpPr/>
          <p:nvPr/>
        </p:nvSpPr>
        <p:spPr>
          <a:xfrm>
            <a:off x="5650992" y="278892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Encoder 表示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减少后半段重复计算</a:t>
            </a:r>
            <a:endParaRPr lang="en-US" sz="1600" dirty="0"/>
          </a:p>
        </p:txBody>
      </p:sp>
      <p:sp>
        <p:nvSpPr>
          <p:cNvPr id="23" name="s02-ced:3:22:text"/>
          <p:cNvSpPr/>
          <p:nvPr/>
        </p:nvSpPr>
        <p:spPr>
          <a:xfrm>
            <a:off x="457200" y="3822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</a:t>
            </a:r>
            <a:endParaRPr lang="en-US" sz="1900" dirty="0"/>
          </a:p>
        </p:txBody>
      </p:sp>
      <p:sp>
        <p:nvSpPr>
          <p:cNvPr id="24" name="s02-ced:3:23:line"/>
          <p:cNvSpPr/>
          <p:nvPr/>
        </p:nvSpPr>
        <p:spPr>
          <a:xfrm>
            <a:off x="1600200" y="4069080"/>
            <a:ext cx="635508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5" name="s02-ced:3:24:text"/>
          <p:cNvSpPr/>
          <p:nvPr/>
        </p:nvSpPr>
        <p:spPr>
          <a:xfrm>
            <a:off x="2103120" y="4251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Token：正常主干仍经过 40 层</a:t>
            </a:r>
            <a:endParaRPr lang="en-US" sz="1600" dirty="0"/>
          </a:p>
        </p:txBody>
      </p:sp>
      <p:sp>
        <p:nvSpPr>
          <p:cNvPr id="26" name="s02-ced:3:25:text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两部分都遵守 Causal Mask；不是传统的双向 Encoder–Decoder。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-local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一.3 Encoder Attention</a:t>
            </a:r>
            <a:endParaRPr lang="en-US" sz="1050" dirty="0"/>
          </a:p>
        </p:txBody>
      </p:sp>
      <p:sp>
        <p:nvSpPr>
          <p:cNvPr id="3" name="s03-local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局部窗口读取近处，全局路径补充远处</a:t>
            </a:r>
            <a:endParaRPr lang="en-US" sz="2700" dirty="0"/>
          </a:p>
        </p:txBody>
      </p:sp>
      <p:sp>
        <p:nvSpPr>
          <p:cNvPr id="4" name="s03-local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3-local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3-local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3-local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3-local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3-local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3-local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22</a:t>
            </a:r>
            <a:endParaRPr lang="en-US" sz="1050" dirty="0"/>
          </a:p>
        </p:txBody>
      </p:sp>
      <p:sp>
        <p:nvSpPr>
          <p:cNvPr id="11" name="s03-local:0:10:text"/>
          <p:cNvSpPr/>
          <p:nvPr/>
        </p:nvSpPr>
        <p:spPr>
          <a:xfrm>
            <a:off x="5486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较早的历史</a:t>
            </a:r>
            <a:endParaRPr lang="en-US" sz="1700" dirty="0"/>
          </a:p>
        </p:txBody>
      </p:sp>
      <p:sp>
        <p:nvSpPr>
          <p:cNvPr id="12" name="s03-local:0:11:text"/>
          <p:cNvSpPr/>
          <p:nvPr/>
        </p:nvSpPr>
        <p:spPr>
          <a:xfrm>
            <a:off x="736092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Token</a:t>
            </a:r>
            <a:endParaRPr lang="en-US" sz="1700" dirty="0"/>
          </a:p>
        </p:txBody>
      </p:sp>
      <p:sp>
        <p:nvSpPr>
          <p:cNvPr id="13" name="s03-local:0:12:rect"/>
          <p:cNvSpPr/>
          <p:nvPr/>
        </p:nvSpPr>
        <p:spPr>
          <a:xfrm>
            <a:off x="594360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" name="s03-local:0:13:rect"/>
          <p:cNvSpPr/>
          <p:nvPr/>
        </p:nvSpPr>
        <p:spPr>
          <a:xfrm>
            <a:off x="905256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" name="s03-local:0:14:rect"/>
          <p:cNvSpPr/>
          <p:nvPr/>
        </p:nvSpPr>
        <p:spPr>
          <a:xfrm>
            <a:off x="1216152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" name="s03-local:0:15:rect"/>
          <p:cNvSpPr/>
          <p:nvPr/>
        </p:nvSpPr>
        <p:spPr>
          <a:xfrm>
            <a:off x="1527048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" name="s03-local:0:16:rect"/>
          <p:cNvSpPr/>
          <p:nvPr/>
        </p:nvSpPr>
        <p:spPr>
          <a:xfrm>
            <a:off x="1837944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" name="s03-local:0:17:rect"/>
          <p:cNvSpPr/>
          <p:nvPr/>
        </p:nvSpPr>
        <p:spPr>
          <a:xfrm>
            <a:off x="2148840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" name="s03-local:0:18:rect"/>
          <p:cNvSpPr/>
          <p:nvPr/>
        </p:nvSpPr>
        <p:spPr>
          <a:xfrm>
            <a:off x="2459736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" name="s03-local:0:19:rect"/>
          <p:cNvSpPr/>
          <p:nvPr/>
        </p:nvSpPr>
        <p:spPr>
          <a:xfrm>
            <a:off x="2770632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" name="s03-local:0:20:rect"/>
          <p:cNvSpPr/>
          <p:nvPr/>
        </p:nvSpPr>
        <p:spPr>
          <a:xfrm>
            <a:off x="3081528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" name="s03-local:0:21:rect"/>
          <p:cNvSpPr/>
          <p:nvPr/>
        </p:nvSpPr>
        <p:spPr>
          <a:xfrm>
            <a:off x="3392424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" name="s03-local:0:22:rect"/>
          <p:cNvSpPr/>
          <p:nvPr/>
        </p:nvSpPr>
        <p:spPr>
          <a:xfrm>
            <a:off x="3703320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" name="s03-local:0:23:rect"/>
          <p:cNvSpPr/>
          <p:nvPr/>
        </p:nvSpPr>
        <p:spPr>
          <a:xfrm>
            <a:off x="4014216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" name="s03-local:0:24:rect"/>
          <p:cNvSpPr/>
          <p:nvPr/>
        </p:nvSpPr>
        <p:spPr>
          <a:xfrm>
            <a:off x="4325112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" name="s03-local:0:25:rect"/>
          <p:cNvSpPr/>
          <p:nvPr/>
        </p:nvSpPr>
        <p:spPr>
          <a:xfrm>
            <a:off x="4636008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03-local:0:26:rect"/>
          <p:cNvSpPr/>
          <p:nvPr/>
        </p:nvSpPr>
        <p:spPr>
          <a:xfrm>
            <a:off x="4946904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" name="s03-local:0:27:rect"/>
          <p:cNvSpPr/>
          <p:nvPr/>
        </p:nvSpPr>
        <p:spPr>
          <a:xfrm>
            <a:off x="5257800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" name="s03-local:0:28:rect"/>
          <p:cNvSpPr/>
          <p:nvPr/>
        </p:nvSpPr>
        <p:spPr>
          <a:xfrm>
            <a:off x="5568696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" name="s03-local:0:29:rect"/>
          <p:cNvSpPr/>
          <p:nvPr/>
        </p:nvSpPr>
        <p:spPr>
          <a:xfrm>
            <a:off x="5879592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" name="s03-local:0:30:rect"/>
          <p:cNvSpPr/>
          <p:nvPr/>
        </p:nvSpPr>
        <p:spPr>
          <a:xfrm>
            <a:off x="6190488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" name="s03-local:0:31:rect"/>
          <p:cNvSpPr/>
          <p:nvPr/>
        </p:nvSpPr>
        <p:spPr>
          <a:xfrm>
            <a:off x="6501384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" name="s03-local:0:32:rect"/>
          <p:cNvSpPr/>
          <p:nvPr/>
        </p:nvSpPr>
        <p:spPr>
          <a:xfrm>
            <a:off x="6812280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" name="s03-local:0:33:rect"/>
          <p:cNvSpPr/>
          <p:nvPr/>
        </p:nvSpPr>
        <p:spPr>
          <a:xfrm>
            <a:off x="7123176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" name="s03-local:0:34:rect"/>
          <p:cNvSpPr/>
          <p:nvPr/>
        </p:nvSpPr>
        <p:spPr>
          <a:xfrm>
            <a:off x="7434072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" name="s03-local:0:35:rect"/>
          <p:cNvSpPr/>
          <p:nvPr/>
        </p:nvSpPr>
        <p:spPr>
          <a:xfrm>
            <a:off x="7744968" y="2148840"/>
            <a:ext cx="228600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" name="s03-local:0:36:dot"/>
          <p:cNvSpPr/>
          <p:nvPr/>
        </p:nvSpPr>
        <p:spPr>
          <a:xfrm>
            <a:off x="8083296" y="218541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s03-local:1:37:rect"/>
          <p:cNvSpPr/>
          <p:nvPr/>
        </p:nvSpPr>
        <p:spPr>
          <a:xfrm>
            <a:off x="5879592" y="2148840"/>
            <a:ext cx="2286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03-local:1:38:rect"/>
          <p:cNvSpPr/>
          <p:nvPr/>
        </p:nvSpPr>
        <p:spPr>
          <a:xfrm>
            <a:off x="6190488" y="2148840"/>
            <a:ext cx="2286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03-local:1:39:rect"/>
          <p:cNvSpPr/>
          <p:nvPr/>
        </p:nvSpPr>
        <p:spPr>
          <a:xfrm>
            <a:off x="6501384" y="2148840"/>
            <a:ext cx="2286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s03-local:1:40:rect"/>
          <p:cNvSpPr/>
          <p:nvPr/>
        </p:nvSpPr>
        <p:spPr>
          <a:xfrm>
            <a:off x="6812280" y="2148840"/>
            <a:ext cx="2286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03-local:1:41:rect"/>
          <p:cNvSpPr/>
          <p:nvPr/>
        </p:nvSpPr>
        <p:spPr>
          <a:xfrm>
            <a:off x="7123176" y="2148840"/>
            <a:ext cx="2286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03-local:1:42:rect"/>
          <p:cNvSpPr/>
          <p:nvPr/>
        </p:nvSpPr>
        <p:spPr>
          <a:xfrm>
            <a:off x="7434072" y="2148840"/>
            <a:ext cx="2286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s03-local:1:43:rect"/>
          <p:cNvSpPr/>
          <p:nvPr/>
        </p:nvSpPr>
        <p:spPr>
          <a:xfrm>
            <a:off x="7744968" y="2148840"/>
            <a:ext cx="2286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s03-local:1:44:line"/>
          <p:cNvSpPr/>
          <p:nvPr/>
        </p:nvSpPr>
        <p:spPr>
          <a:xfrm>
            <a:off x="5989320" y="2697480"/>
            <a:ext cx="201168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6" name="s03-local:1:45:text"/>
          <p:cNvSpPr/>
          <p:nvPr/>
        </p:nvSpPr>
        <p:spPr>
          <a:xfrm>
            <a:off x="512064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Local：最近最多 128 个位置</a:t>
            </a:r>
            <a:endParaRPr lang="en-US" sz="1700" dirty="0"/>
          </a:p>
        </p:txBody>
      </p:sp>
      <p:sp>
        <p:nvSpPr>
          <p:cNvPr id="47" name="s03-local:2:46:rect"/>
          <p:cNvSpPr/>
          <p:nvPr/>
        </p:nvSpPr>
        <p:spPr>
          <a:xfrm>
            <a:off x="731520" y="3246120"/>
            <a:ext cx="329184" cy="338328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s03-local:2:47:line"/>
          <p:cNvSpPr/>
          <p:nvPr/>
        </p:nvSpPr>
        <p:spPr>
          <a:xfrm>
            <a:off x="914400" y="2615184"/>
            <a:ext cx="914" cy="5669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49" name="s03-local:2:48:rect"/>
          <p:cNvSpPr/>
          <p:nvPr/>
        </p:nvSpPr>
        <p:spPr>
          <a:xfrm>
            <a:off x="1225296" y="3246120"/>
            <a:ext cx="329184" cy="338328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s03-local:2:49:line"/>
          <p:cNvSpPr/>
          <p:nvPr/>
        </p:nvSpPr>
        <p:spPr>
          <a:xfrm>
            <a:off x="1408176" y="2615184"/>
            <a:ext cx="914" cy="5669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1" name="s03-local:2:50:rect"/>
          <p:cNvSpPr/>
          <p:nvPr/>
        </p:nvSpPr>
        <p:spPr>
          <a:xfrm>
            <a:off x="1719072" y="3246120"/>
            <a:ext cx="329184" cy="338328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03-local:2:51:line"/>
          <p:cNvSpPr/>
          <p:nvPr/>
        </p:nvSpPr>
        <p:spPr>
          <a:xfrm>
            <a:off x="1901952" y="2615184"/>
            <a:ext cx="914" cy="5669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3" name="s03-local:2:52:rect"/>
          <p:cNvSpPr/>
          <p:nvPr/>
        </p:nvSpPr>
        <p:spPr>
          <a:xfrm>
            <a:off x="2212848" y="3246120"/>
            <a:ext cx="329184" cy="338328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03-local:2:53:line"/>
          <p:cNvSpPr/>
          <p:nvPr/>
        </p:nvSpPr>
        <p:spPr>
          <a:xfrm>
            <a:off x="2395728" y="2615184"/>
            <a:ext cx="914" cy="5669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5" name="s03-local:2:54:rect"/>
          <p:cNvSpPr/>
          <p:nvPr/>
        </p:nvSpPr>
        <p:spPr>
          <a:xfrm>
            <a:off x="2706624" y="3246120"/>
            <a:ext cx="329184" cy="338328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s03-local:2:55:line"/>
          <p:cNvSpPr/>
          <p:nvPr/>
        </p:nvSpPr>
        <p:spPr>
          <a:xfrm>
            <a:off x="2889504" y="2615184"/>
            <a:ext cx="914" cy="5669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7" name="s03-local:2:56:rect"/>
          <p:cNvSpPr/>
          <p:nvPr/>
        </p:nvSpPr>
        <p:spPr>
          <a:xfrm>
            <a:off x="3200400" y="3246120"/>
            <a:ext cx="329184" cy="338328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03-local:2:57:line"/>
          <p:cNvSpPr/>
          <p:nvPr/>
        </p:nvSpPr>
        <p:spPr>
          <a:xfrm>
            <a:off x="3383280" y="2615184"/>
            <a:ext cx="914" cy="5669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9" name="s03-local:2:58:rect"/>
          <p:cNvSpPr/>
          <p:nvPr/>
        </p:nvSpPr>
        <p:spPr>
          <a:xfrm>
            <a:off x="3694176" y="3246120"/>
            <a:ext cx="329184" cy="338328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03-local:2:59:line"/>
          <p:cNvSpPr/>
          <p:nvPr/>
        </p:nvSpPr>
        <p:spPr>
          <a:xfrm>
            <a:off x="3877056" y="2615184"/>
            <a:ext cx="914" cy="5669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61" name="s03-local:2:60:rect"/>
          <p:cNvSpPr/>
          <p:nvPr/>
        </p:nvSpPr>
        <p:spPr>
          <a:xfrm>
            <a:off x="4187952" y="3246120"/>
            <a:ext cx="329184" cy="338328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03-local:2:61:line"/>
          <p:cNvSpPr/>
          <p:nvPr/>
        </p:nvSpPr>
        <p:spPr>
          <a:xfrm>
            <a:off x="4370832" y="2615184"/>
            <a:ext cx="914" cy="5669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63" name="s03-local:2:62:text"/>
          <p:cNvSpPr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Global KV · 2 Tokens → 1 位置</a:t>
            </a:r>
            <a:endParaRPr lang="en-US" sz="1600" dirty="0"/>
          </a:p>
        </p:txBody>
      </p:sp>
      <p:sp>
        <p:nvSpPr>
          <p:cNvPr id="64" name="s03-local:3:63:line"/>
          <p:cNvSpPr/>
          <p:nvPr/>
        </p:nvSpPr>
        <p:spPr>
          <a:xfrm flipV="1">
            <a:off x="4617720" y="2468880"/>
            <a:ext cx="3474720" cy="96012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65" name="s03-local:3:64:rect"/>
          <p:cNvSpPr/>
          <p:nvPr/>
        </p:nvSpPr>
        <p:spPr>
          <a:xfrm>
            <a:off x="5074920" y="3657600"/>
            <a:ext cx="3474720" cy="59436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66" name="s03-local:3:65:text"/>
          <p:cNvSpPr/>
          <p:nvPr/>
        </p:nvSpPr>
        <p:spPr>
          <a:xfrm>
            <a:off x="5148072" y="3703320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Global：补充窗口之外的信息</a:t>
            </a:r>
            <a:endParaRPr lang="en-US" sz="1600" dirty="0"/>
          </a:p>
        </p:txBody>
      </p:sp>
      <p:sp>
        <p:nvSpPr>
          <p:cNvPr id="67" name="s03-local:3:66:text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位置数为示意；第 0、1 层仅 SWA，从第 2 层起引入压缩 Global KV。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-indexer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一.3 Global KV 与 Indexer</a:t>
            </a:r>
            <a:endParaRPr lang="en-US" sz="1050" dirty="0"/>
          </a:p>
        </p:txBody>
      </p:sp>
      <p:sp>
        <p:nvSpPr>
          <p:cNvPr id="3" name="s04-indexer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Indexer 先选位置，Main Attention 再取信息</a:t>
            </a:r>
            <a:endParaRPr lang="en-US" sz="2700" dirty="0"/>
          </a:p>
        </p:txBody>
      </p:sp>
      <p:sp>
        <p:nvSpPr>
          <p:cNvPr id="4" name="s04-indexer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4-indexer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4-indexer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4-indexer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4-indexer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4-indexer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4-indexer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22</a:t>
            </a:r>
            <a:endParaRPr lang="en-US" sz="1050" dirty="0"/>
          </a:p>
        </p:txBody>
      </p:sp>
      <p:sp>
        <p:nvSpPr>
          <p:cNvPr id="11" name="s04-indexer:0:10:rect"/>
          <p:cNvSpPr/>
          <p:nvPr/>
        </p:nvSpPr>
        <p:spPr>
          <a:xfrm>
            <a:off x="457200" y="1600200"/>
            <a:ext cx="18288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04-indexer:0:11:text"/>
          <p:cNvSpPr/>
          <p:nvPr/>
        </p:nvSpPr>
        <p:spPr>
          <a:xfrm>
            <a:off x="530352" y="16459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Indexer Query</a:t>
            </a:r>
            <a:endParaRPr lang="en-US" sz="1600" dirty="0"/>
          </a:p>
        </p:txBody>
      </p:sp>
      <p:sp>
        <p:nvSpPr>
          <p:cNvPr id="13" name="s04-indexer:0:12:rect"/>
          <p:cNvSpPr/>
          <p:nvPr/>
        </p:nvSpPr>
        <p:spPr>
          <a:xfrm>
            <a:off x="457200" y="3383280"/>
            <a:ext cx="1828800" cy="5943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04-indexer:0:13:text"/>
          <p:cNvSpPr/>
          <p:nvPr/>
        </p:nvSpPr>
        <p:spPr>
          <a:xfrm>
            <a:off x="530352" y="3429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Query</a:t>
            </a:r>
            <a:endParaRPr lang="en-US" sz="1600" dirty="0"/>
          </a:p>
        </p:txBody>
      </p:sp>
      <p:sp>
        <p:nvSpPr>
          <p:cNvPr id="15" name="s04-indexer:0:14:rect"/>
          <p:cNvSpPr/>
          <p:nvPr/>
        </p:nvSpPr>
        <p:spPr>
          <a:xfrm>
            <a:off x="2743200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" name="s04-indexer:0:15:rect"/>
          <p:cNvSpPr/>
          <p:nvPr/>
        </p:nvSpPr>
        <p:spPr>
          <a:xfrm>
            <a:off x="3072384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" name="s04-indexer:0:16:rect"/>
          <p:cNvSpPr/>
          <p:nvPr/>
        </p:nvSpPr>
        <p:spPr>
          <a:xfrm>
            <a:off x="3401568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" name="s04-indexer:0:17:rect"/>
          <p:cNvSpPr/>
          <p:nvPr/>
        </p:nvSpPr>
        <p:spPr>
          <a:xfrm>
            <a:off x="3730752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" name="s04-indexer:0:18:rect"/>
          <p:cNvSpPr/>
          <p:nvPr/>
        </p:nvSpPr>
        <p:spPr>
          <a:xfrm>
            <a:off x="4059936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" name="s04-indexer:0:19:rect"/>
          <p:cNvSpPr/>
          <p:nvPr/>
        </p:nvSpPr>
        <p:spPr>
          <a:xfrm>
            <a:off x="4389120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" name="s04-indexer:0:20:rect"/>
          <p:cNvSpPr/>
          <p:nvPr/>
        </p:nvSpPr>
        <p:spPr>
          <a:xfrm>
            <a:off x="4718304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" name="s04-indexer:0:21:rect"/>
          <p:cNvSpPr/>
          <p:nvPr/>
        </p:nvSpPr>
        <p:spPr>
          <a:xfrm>
            <a:off x="5047488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" name="s04-indexer:0:22:rect"/>
          <p:cNvSpPr/>
          <p:nvPr/>
        </p:nvSpPr>
        <p:spPr>
          <a:xfrm>
            <a:off x="5376672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" name="s04-indexer:0:23:rect"/>
          <p:cNvSpPr/>
          <p:nvPr/>
        </p:nvSpPr>
        <p:spPr>
          <a:xfrm>
            <a:off x="5705856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" name="s04-indexer:0:24:rect"/>
          <p:cNvSpPr/>
          <p:nvPr/>
        </p:nvSpPr>
        <p:spPr>
          <a:xfrm>
            <a:off x="6035040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" name="s04-indexer:0:25:rect"/>
          <p:cNvSpPr/>
          <p:nvPr/>
        </p:nvSpPr>
        <p:spPr>
          <a:xfrm>
            <a:off x="6364224" y="2267712"/>
            <a:ext cx="246888" cy="36576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04-indexer:0:26:text"/>
          <p:cNvSpPr/>
          <p:nvPr/>
        </p:nvSpPr>
        <p:spPr>
          <a:xfrm>
            <a:off x="274320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Compressed Global KV</a:t>
            </a:r>
            <a:endParaRPr lang="en-US" sz="1900" dirty="0"/>
          </a:p>
        </p:txBody>
      </p:sp>
      <p:sp>
        <p:nvSpPr>
          <p:cNvPr id="28" name="s04-indexer:1:27:line"/>
          <p:cNvSpPr/>
          <p:nvPr/>
        </p:nvSpPr>
        <p:spPr>
          <a:xfrm>
            <a:off x="2377440" y="1901952"/>
            <a:ext cx="365760" cy="91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9" name="s04-indexer:1:28:text"/>
          <p:cNvSpPr/>
          <p:nvPr/>
        </p:nvSpPr>
        <p:spPr>
          <a:xfrm>
            <a:off x="2788920" y="1993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   0.9   0.4   0.8   …</a:t>
            </a:r>
            <a:endParaRPr lang="en-US" sz="1600" dirty="0"/>
          </a:p>
        </p:txBody>
      </p:sp>
      <p:sp>
        <p:nvSpPr>
          <p:cNvPr id="30" name="s04-indexer:2:29:rect"/>
          <p:cNvSpPr/>
          <p:nvPr/>
        </p:nvSpPr>
        <p:spPr>
          <a:xfrm>
            <a:off x="3072384" y="2267712"/>
            <a:ext cx="246888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04-indexer:2:30:rect"/>
          <p:cNvSpPr/>
          <p:nvPr/>
        </p:nvSpPr>
        <p:spPr>
          <a:xfrm>
            <a:off x="3730752" y="2267712"/>
            <a:ext cx="246888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04-indexer:2:31:rect"/>
          <p:cNvSpPr/>
          <p:nvPr/>
        </p:nvSpPr>
        <p:spPr>
          <a:xfrm>
            <a:off x="5047488" y="2267712"/>
            <a:ext cx="246888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04-indexer:2:32:rect"/>
          <p:cNvSpPr/>
          <p:nvPr/>
        </p:nvSpPr>
        <p:spPr>
          <a:xfrm>
            <a:off x="6035040" y="2267712"/>
            <a:ext cx="246888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04-indexer:2:33:text"/>
          <p:cNvSpPr/>
          <p:nvPr/>
        </p:nvSpPr>
        <p:spPr>
          <a:xfrm>
            <a:off x="2743200" y="2779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选择最多 Top-512 个位置</a:t>
            </a:r>
            <a:endParaRPr lang="en-US" sz="1800" dirty="0"/>
          </a:p>
        </p:txBody>
      </p:sp>
      <p:sp>
        <p:nvSpPr>
          <p:cNvPr id="35" name="s04-indexer:3:34:line"/>
          <p:cNvSpPr/>
          <p:nvPr/>
        </p:nvSpPr>
        <p:spPr>
          <a:xfrm>
            <a:off x="4389120" y="3200400"/>
            <a:ext cx="914" cy="256032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36" name="s04-indexer:3:35:line"/>
          <p:cNvSpPr/>
          <p:nvPr/>
        </p:nvSpPr>
        <p:spPr>
          <a:xfrm>
            <a:off x="2377440" y="3685032"/>
            <a:ext cx="36576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7" name="s04-indexer:3:36:rect"/>
          <p:cNvSpPr/>
          <p:nvPr/>
        </p:nvSpPr>
        <p:spPr>
          <a:xfrm>
            <a:off x="2788920" y="3383280"/>
            <a:ext cx="3886200" cy="59436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38" name="s04-indexer:3:37:text"/>
          <p:cNvSpPr/>
          <p:nvPr/>
        </p:nvSpPr>
        <p:spPr>
          <a:xfrm>
            <a:off x="2862072" y="3429000"/>
            <a:ext cx="3739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 Global KV + Local KV</a:t>
            </a:r>
            <a:endParaRPr lang="en-US" sz="1600" dirty="0"/>
          </a:p>
        </p:txBody>
      </p:sp>
      <p:sp>
        <p:nvSpPr>
          <p:cNvPr id="39" name="s04-indexer:4:38:line"/>
          <p:cNvSpPr/>
          <p:nvPr/>
        </p:nvSpPr>
        <p:spPr>
          <a:xfrm>
            <a:off x="6766560" y="3685032"/>
            <a:ext cx="320040" cy="914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40" name="s04-indexer:4:39:rect"/>
          <p:cNvSpPr/>
          <p:nvPr/>
        </p:nvSpPr>
        <p:spPr>
          <a:xfrm>
            <a:off x="7178040" y="3246120"/>
            <a:ext cx="1508760" cy="91440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" name="s04-indexer:4:40:text"/>
          <p:cNvSpPr/>
          <p:nvPr/>
        </p:nvSpPr>
        <p:spPr>
          <a:xfrm>
            <a:off x="7251192" y="3291840"/>
            <a:ext cx="1362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Softmax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Output</a:t>
            </a:r>
            <a:endParaRPr lang="en-US" sz="1500" dirty="0"/>
          </a:p>
        </p:txBody>
      </p:sp>
      <p:sp>
        <p:nvSpPr>
          <p:cNvPr id="42" name="s04-indexer:4:41:text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Indexer 负责“选位置”，Main Attention 负责“读信息”；两者使用不同的 Query。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-reuse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一.4 CSA2 与层间复用</a:t>
            </a:r>
            <a:endParaRPr lang="en-US" sz="1050" dirty="0"/>
          </a:p>
        </p:txBody>
      </p:sp>
      <p:sp>
        <p:nvSpPr>
          <p:cNvPr id="3" name="s05-reuse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CSA2：分清 Full、Reindex 与 Reuse</a:t>
            </a:r>
            <a:endParaRPr lang="en-US" sz="2700" dirty="0"/>
          </a:p>
        </p:txBody>
      </p:sp>
      <p:sp>
        <p:nvSpPr>
          <p:cNvPr id="4" name="s05-reuse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5-reuse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5-reuse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5-reuse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5-reuse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5-reuse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5-reuse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22</a:t>
            </a:r>
            <a:endParaRPr lang="en-US" sz="1050" dirty="0"/>
          </a:p>
        </p:txBody>
      </p:sp>
      <p:sp>
        <p:nvSpPr>
          <p:cNvPr id="11" name="s05-reuse:0:10:text"/>
          <p:cNvSpPr/>
          <p:nvPr/>
        </p:nvSpPr>
        <p:spPr>
          <a:xfrm>
            <a:off x="54864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</a:t>
            </a:r>
            <a:endParaRPr lang="en-US" sz="2100" dirty="0"/>
          </a:p>
        </p:txBody>
      </p:sp>
      <p:sp>
        <p:nvSpPr>
          <p:cNvPr id="12" name="s05-reuse:0:11:text"/>
          <p:cNvSpPr/>
          <p:nvPr/>
        </p:nvSpPr>
        <p:spPr>
          <a:xfrm>
            <a:off x="333756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Reindex</a:t>
            </a:r>
            <a:endParaRPr lang="en-US" sz="2100" dirty="0"/>
          </a:p>
        </p:txBody>
      </p:sp>
      <p:sp>
        <p:nvSpPr>
          <p:cNvPr id="13" name="s05-reuse:0:12:text"/>
          <p:cNvSpPr/>
          <p:nvPr/>
        </p:nvSpPr>
        <p:spPr>
          <a:xfrm>
            <a:off x="617220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Reuse</a:t>
            </a:r>
            <a:endParaRPr lang="en-US" sz="2100" dirty="0"/>
          </a:p>
        </p:txBody>
      </p:sp>
      <p:sp>
        <p:nvSpPr>
          <p:cNvPr id="14" name="s05-reuse:0:13:text"/>
          <p:cNvSpPr/>
          <p:nvPr/>
        </p:nvSpPr>
        <p:spPr>
          <a:xfrm>
            <a:off x="548640" y="1901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KV + 新选址</a:t>
            </a:r>
            <a:endParaRPr lang="en-US" sz="1700" dirty="0"/>
          </a:p>
        </p:txBody>
      </p:sp>
      <p:sp>
        <p:nvSpPr>
          <p:cNvPr id="15" name="s05-reuse:0:14:text"/>
          <p:cNvSpPr/>
          <p:nvPr/>
        </p:nvSpPr>
        <p:spPr>
          <a:xfrm>
            <a:off x="333756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KV + 新选址</a:t>
            </a:r>
            <a:endParaRPr lang="en-US" sz="1700" dirty="0"/>
          </a:p>
        </p:txBody>
      </p:sp>
      <p:sp>
        <p:nvSpPr>
          <p:cNvPr id="16" name="s05-reuse:0:15:text"/>
          <p:cNvSpPr/>
          <p:nvPr/>
        </p:nvSpPr>
        <p:spPr>
          <a:xfrm>
            <a:off x="617220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KV + 共享选址</a:t>
            </a:r>
            <a:endParaRPr lang="en-US" sz="1700" dirty="0"/>
          </a:p>
        </p:txBody>
      </p:sp>
      <p:sp>
        <p:nvSpPr>
          <p:cNvPr id="17" name="s05-reuse:1:16:text"/>
          <p:cNvSpPr/>
          <p:nvPr/>
        </p:nvSpPr>
        <p:spPr>
          <a:xfrm>
            <a:off x="548640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</a:t>
            </a:r>
            <a:endParaRPr lang="en-US" sz="1600" dirty="0"/>
          </a:p>
        </p:txBody>
      </p:sp>
      <p:sp>
        <p:nvSpPr>
          <p:cNvPr id="18" name="s05-reuse:1:17:rect"/>
          <p:cNvSpPr/>
          <p:nvPr/>
        </p:nvSpPr>
        <p:spPr>
          <a:xfrm>
            <a:off x="1920240" y="2423160"/>
            <a:ext cx="1280160" cy="5029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05-reuse:1:18:text"/>
          <p:cNvSpPr/>
          <p:nvPr/>
        </p:nvSpPr>
        <p:spPr>
          <a:xfrm>
            <a:off x="1993392" y="24688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05-reuse:1:19:rect"/>
          <p:cNvSpPr/>
          <p:nvPr/>
        </p:nvSpPr>
        <p:spPr>
          <a:xfrm>
            <a:off x="3886200" y="2423160"/>
            <a:ext cx="1280160" cy="5029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05-reuse:1:20:text"/>
          <p:cNvSpPr/>
          <p:nvPr/>
        </p:nvSpPr>
        <p:spPr>
          <a:xfrm>
            <a:off x="3959352" y="24688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800" dirty="0"/>
          </a:p>
        </p:txBody>
      </p:sp>
      <p:sp>
        <p:nvSpPr>
          <p:cNvPr id="22" name="s05-reuse:1:21:rect"/>
          <p:cNvSpPr/>
          <p:nvPr/>
        </p:nvSpPr>
        <p:spPr>
          <a:xfrm>
            <a:off x="5852160" y="2423160"/>
            <a:ext cx="1280160" cy="5029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05-reuse:1:22:text"/>
          <p:cNvSpPr/>
          <p:nvPr/>
        </p:nvSpPr>
        <p:spPr>
          <a:xfrm>
            <a:off x="5925312" y="246888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800" dirty="0"/>
          </a:p>
        </p:txBody>
      </p:sp>
      <p:sp>
        <p:nvSpPr>
          <p:cNvPr id="24" name="s05-reuse:1:23:text"/>
          <p:cNvSpPr/>
          <p:nvPr/>
        </p:nvSpPr>
        <p:spPr>
          <a:xfrm>
            <a:off x="1874520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各自后续层复用</a:t>
            </a:r>
            <a:endParaRPr lang="en-US" sz="1800" dirty="0"/>
          </a:p>
        </p:txBody>
      </p:sp>
      <p:sp>
        <p:nvSpPr>
          <p:cNvPr id="25" name="s05-reuse:2:24:text"/>
          <p:cNvSpPr/>
          <p:nvPr/>
        </p:nvSpPr>
        <p:spPr>
          <a:xfrm>
            <a:off x="54864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Decoder</a:t>
            </a:r>
            <a:endParaRPr lang="en-US" sz="1600" dirty="0"/>
          </a:p>
        </p:txBody>
      </p:sp>
      <p:sp>
        <p:nvSpPr>
          <p:cNvPr id="26" name="s05-reuse:2:25:rect"/>
          <p:cNvSpPr/>
          <p:nvPr/>
        </p:nvSpPr>
        <p:spPr>
          <a:xfrm>
            <a:off x="1920240" y="3611880"/>
            <a:ext cx="1051560" cy="5486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05-reuse:2:26:text"/>
          <p:cNvSpPr/>
          <p:nvPr/>
        </p:nvSpPr>
        <p:spPr>
          <a:xfrm>
            <a:off x="1993392" y="365760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800" dirty="0"/>
          </a:p>
        </p:txBody>
      </p:sp>
      <p:sp>
        <p:nvSpPr>
          <p:cNvPr id="28" name="s05-reuse:2:27:line"/>
          <p:cNvSpPr/>
          <p:nvPr/>
        </p:nvSpPr>
        <p:spPr>
          <a:xfrm>
            <a:off x="3063240" y="3886200"/>
            <a:ext cx="5440680" cy="914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29" name="s05-reuse:3:28:rect"/>
          <p:cNvSpPr/>
          <p:nvPr/>
        </p:nvSpPr>
        <p:spPr>
          <a:xfrm>
            <a:off x="3337560" y="3611880"/>
            <a:ext cx="914400" cy="5486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05-reuse:3:29:text"/>
          <p:cNvSpPr/>
          <p:nvPr/>
        </p:nvSpPr>
        <p:spPr>
          <a:xfrm>
            <a:off x="3410712" y="365760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700" dirty="0"/>
          </a:p>
        </p:txBody>
      </p:sp>
      <p:sp>
        <p:nvSpPr>
          <p:cNvPr id="31" name="s05-reuse:3:30:rect"/>
          <p:cNvSpPr/>
          <p:nvPr/>
        </p:nvSpPr>
        <p:spPr>
          <a:xfrm>
            <a:off x="4663440" y="3611880"/>
            <a:ext cx="914400" cy="5486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05-reuse:3:31:text"/>
          <p:cNvSpPr/>
          <p:nvPr/>
        </p:nvSpPr>
        <p:spPr>
          <a:xfrm>
            <a:off x="4736592" y="365760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700" dirty="0"/>
          </a:p>
        </p:txBody>
      </p:sp>
      <p:sp>
        <p:nvSpPr>
          <p:cNvPr id="33" name="s05-reuse:3:32:rect"/>
          <p:cNvSpPr/>
          <p:nvPr/>
        </p:nvSpPr>
        <p:spPr>
          <a:xfrm>
            <a:off x="5989320" y="3611880"/>
            <a:ext cx="914400" cy="5486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s05-reuse:3:33:text"/>
          <p:cNvSpPr/>
          <p:nvPr/>
        </p:nvSpPr>
        <p:spPr>
          <a:xfrm>
            <a:off x="6062472" y="365760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700" dirty="0"/>
          </a:p>
        </p:txBody>
      </p:sp>
      <p:sp>
        <p:nvSpPr>
          <p:cNvPr id="35" name="s05-reuse:3:34:rect"/>
          <p:cNvSpPr/>
          <p:nvPr/>
        </p:nvSpPr>
        <p:spPr>
          <a:xfrm>
            <a:off x="7315200" y="3611880"/>
            <a:ext cx="914400" cy="5486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05-reuse:3:35:text"/>
          <p:cNvSpPr/>
          <p:nvPr/>
        </p:nvSpPr>
        <p:spPr>
          <a:xfrm>
            <a:off x="7388352" y="365760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700" dirty="0"/>
          </a:p>
        </p:txBody>
      </p:sp>
      <p:sp>
        <p:nvSpPr>
          <p:cNvPr id="37" name="s05-reuse:3:36:text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Decoder 候选池：8 positions/block，最多 2048 blocks；层号从 0 开始。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-mhc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一.5 mHC</a:t>
            </a:r>
            <a:endParaRPr lang="en-US" sz="1050" dirty="0"/>
          </a:p>
        </p:txBody>
      </p:sp>
      <p:sp>
        <p:nvSpPr>
          <p:cNvPr id="3" name="s06-mhc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mHC：四路残差信息，一路主模块计算</a:t>
            </a:r>
            <a:endParaRPr lang="en-US" sz="2700" dirty="0"/>
          </a:p>
        </p:txBody>
      </p:sp>
      <p:sp>
        <p:nvSpPr>
          <p:cNvPr id="4" name="s06-mhc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6-mhc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6-mhc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6-mhc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6-mhc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6-mhc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6-mhc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22</a:t>
            </a:r>
            <a:endParaRPr lang="en-US" sz="1050" dirty="0"/>
          </a:p>
        </p:txBody>
      </p:sp>
      <p:sp>
        <p:nvSpPr>
          <p:cNvPr id="11" name="s06-mhc:0:10:rect"/>
          <p:cNvSpPr/>
          <p:nvPr/>
        </p:nvSpPr>
        <p:spPr>
          <a:xfrm>
            <a:off x="548640" y="1645920"/>
            <a:ext cx="914400" cy="41148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06-mhc:0:11:text"/>
          <p:cNvSpPr/>
          <p:nvPr/>
        </p:nvSpPr>
        <p:spPr>
          <a:xfrm>
            <a:off x="621792" y="1691640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x1</a:t>
            </a:r>
            <a:endParaRPr lang="en-US" sz="1600" dirty="0"/>
          </a:p>
        </p:txBody>
      </p:sp>
      <p:sp>
        <p:nvSpPr>
          <p:cNvPr id="13" name="s06-mhc:0:12:rect"/>
          <p:cNvSpPr/>
          <p:nvPr/>
        </p:nvSpPr>
        <p:spPr>
          <a:xfrm>
            <a:off x="548640" y="2221992"/>
            <a:ext cx="914400" cy="41148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06-mhc:0:13:text"/>
          <p:cNvSpPr/>
          <p:nvPr/>
        </p:nvSpPr>
        <p:spPr>
          <a:xfrm>
            <a:off x="621792" y="2267712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x2</a:t>
            </a:r>
            <a:endParaRPr lang="en-US" sz="1600" dirty="0"/>
          </a:p>
        </p:txBody>
      </p:sp>
      <p:sp>
        <p:nvSpPr>
          <p:cNvPr id="15" name="s06-mhc:0:14:rect"/>
          <p:cNvSpPr/>
          <p:nvPr/>
        </p:nvSpPr>
        <p:spPr>
          <a:xfrm>
            <a:off x="548640" y="2798064"/>
            <a:ext cx="914400" cy="41148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06-mhc:0:15:text"/>
          <p:cNvSpPr/>
          <p:nvPr/>
        </p:nvSpPr>
        <p:spPr>
          <a:xfrm>
            <a:off x="621792" y="2843784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x3</a:t>
            </a:r>
            <a:endParaRPr lang="en-US" sz="1600" dirty="0"/>
          </a:p>
        </p:txBody>
      </p:sp>
      <p:sp>
        <p:nvSpPr>
          <p:cNvPr id="17" name="s06-mhc:0:16:rect"/>
          <p:cNvSpPr/>
          <p:nvPr/>
        </p:nvSpPr>
        <p:spPr>
          <a:xfrm>
            <a:off x="548640" y="3374136"/>
            <a:ext cx="914400" cy="41148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06-mhc:0:17:text"/>
          <p:cNvSpPr/>
          <p:nvPr/>
        </p:nvSpPr>
        <p:spPr>
          <a:xfrm>
            <a:off x="621792" y="3419856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</a:t>
            </a:r>
            <a:endParaRPr lang="en-US" sz="1600" dirty="0"/>
          </a:p>
        </p:txBody>
      </p:sp>
      <p:sp>
        <p:nvSpPr>
          <p:cNvPr id="19" name="s06-mhc:0:18:text"/>
          <p:cNvSpPr/>
          <p:nvPr/>
        </p:nvSpPr>
        <p:spPr>
          <a:xfrm>
            <a:off x="502920" y="3840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5120</a:t>
            </a:r>
            <a:endParaRPr lang="en-US" sz="1800" dirty="0"/>
          </a:p>
        </p:txBody>
      </p:sp>
      <p:sp>
        <p:nvSpPr>
          <p:cNvPr id="20" name="s06-mhc:1:19:line"/>
          <p:cNvSpPr/>
          <p:nvPr/>
        </p:nvSpPr>
        <p:spPr>
          <a:xfrm>
            <a:off x="1508760" y="1847088"/>
            <a:ext cx="960120" cy="89611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s06-mhc:1:20:line"/>
          <p:cNvSpPr/>
          <p:nvPr/>
        </p:nvSpPr>
        <p:spPr>
          <a:xfrm>
            <a:off x="1508760" y="2423160"/>
            <a:ext cx="960120" cy="32004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s06-mhc:1:21:line"/>
          <p:cNvSpPr/>
          <p:nvPr/>
        </p:nvSpPr>
        <p:spPr>
          <a:xfrm flipV="1">
            <a:off x="1508760" y="2743200"/>
            <a:ext cx="960120" cy="25603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06-mhc:1:22:line"/>
          <p:cNvSpPr/>
          <p:nvPr/>
        </p:nvSpPr>
        <p:spPr>
          <a:xfrm flipV="1">
            <a:off x="1508760" y="2743200"/>
            <a:ext cx="960120" cy="832104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s06-mhc:1:23:rect"/>
          <p:cNvSpPr/>
          <p:nvPr/>
        </p:nvSpPr>
        <p:spPr>
          <a:xfrm>
            <a:off x="2468880" y="2377440"/>
            <a:ext cx="1371600" cy="7772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06-mhc:1:24:text"/>
          <p:cNvSpPr/>
          <p:nvPr/>
        </p:nvSpPr>
        <p:spPr>
          <a:xfrm>
            <a:off x="2542032" y="242316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混合为一路</a:t>
            </a:r>
            <a:endParaRPr lang="en-US" sz="1600" dirty="0"/>
          </a:p>
        </p:txBody>
      </p:sp>
      <p:sp>
        <p:nvSpPr>
          <p:cNvPr id="26" name="s06-mhc:2:25:line"/>
          <p:cNvSpPr/>
          <p:nvPr/>
        </p:nvSpPr>
        <p:spPr>
          <a:xfrm>
            <a:off x="3931920" y="2743200"/>
            <a:ext cx="32004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7" name="s06-mhc:2:26:rect"/>
          <p:cNvSpPr/>
          <p:nvPr/>
        </p:nvSpPr>
        <p:spPr>
          <a:xfrm>
            <a:off x="4343400" y="2286000"/>
            <a:ext cx="2011680" cy="9144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06-mhc:2:27:text"/>
          <p:cNvSpPr/>
          <p:nvPr/>
        </p:nvSpPr>
        <p:spPr>
          <a:xfrm>
            <a:off x="4416552" y="23317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/ MoE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5120 维输入</a:t>
            </a:r>
            <a:endParaRPr lang="en-US" sz="1700" dirty="0"/>
          </a:p>
        </p:txBody>
      </p:sp>
      <p:sp>
        <p:nvSpPr>
          <p:cNvPr id="29" name="s06-mhc:3:28:line"/>
          <p:cNvSpPr/>
          <p:nvPr/>
        </p:nvSpPr>
        <p:spPr>
          <a:xfrm>
            <a:off x="6446520" y="2743200"/>
            <a:ext cx="320040" cy="914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30" name="s06-mhc:3:29:rect"/>
          <p:cNvSpPr/>
          <p:nvPr/>
        </p:nvSpPr>
        <p:spPr>
          <a:xfrm>
            <a:off x="6858000" y="2377440"/>
            <a:ext cx="1645920" cy="77724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31" name="s06-mhc:3:30:text"/>
          <p:cNvSpPr/>
          <p:nvPr/>
        </p:nvSpPr>
        <p:spPr>
          <a:xfrm>
            <a:off x="6931152" y="242316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+ Comb</a:t>
            </a:r>
            <a:endParaRPr lang="en-US" sz="1700" dirty="0"/>
          </a:p>
        </p:txBody>
      </p:sp>
      <p:sp>
        <p:nvSpPr>
          <p:cNvPr id="32" name="s06-mhc:3:31:line"/>
          <p:cNvSpPr/>
          <p:nvPr/>
        </p:nvSpPr>
        <p:spPr>
          <a:xfrm flipH="1">
            <a:off x="7004304" y="3200400"/>
            <a:ext cx="676656" cy="457200"/>
          </a:xfrm>
          <a:prstGeom prst="line">
            <a:avLst/>
          </a:prstGeom>
          <a:noFill/>
          <a:ln w="1651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33" name="s06-mhc:3:32:rect"/>
          <p:cNvSpPr/>
          <p:nvPr/>
        </p:nvSpPr>
        <p:spPr>
          <a:xfrm>
            <a:off x="6858000" y="3685032"/>
            <a:ext cx="292608" cy="292608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34" name="s06-mhc:3:33:text"/>
          <p:cNvSpPr/>
          <p:nvPr/>
        </p:nvSpPr>
        <p:spPr>
          <a:xfrm>
            <a:off x="6931152" y="373075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5" name="s06-mhc:3:34:line"/>
          <p:cNvSpPr/>
          <p:nvPr/>
        </p:nvSpPr>
        <p:spPr>
          <a:xfrm flipH="1">
            <a:off x="7424928" y="3200400"/>
            <a:ext cx="256032" cy="457200"/>
          </a:xfrm>
          <a:prstGeom prst="line">
            <a:avLst/>
          </a:prstGeom>
          <a:noFill/>
          <a:ln w="1651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36" name="s06-mhc:3:35:rect"/>
          <p:cNvSpPr/>
          <p:nvPr/>
        </p:nvSpPr>
        <p:spPr>
          <a:xfrm>
            <a:off x="7278624" y="3685032"/>
            <a:ext cx="292608" cy="292608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37" name="s06-mhc:3:36:text"/>
          <p:cNvSpPr/>
          <p:nvPr/>
        </p:nvSpPr>
        <p:spPr>
          <a:xfrm>
            <a:off x="7351776" y="373075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8" name="s06-mhc:3:37:line"/>
          <p:cNvSpPr/>
          <p:nvPr/>
        </p:nvSpPr>
        <p:spPr>
          <a:xfrm>
            <a:off x="7680960" y="3200400"/>
            <a:ext cx="164592" cy="457200"/>
          </a:xfrm>
          <a:prstGeom prst="line">
            <a:avLst/>
          </a:prstGeom>
          <a:noFill/>
          <a:ln w="1651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39" name="s06-mhc:3:38:rect"/>
          <p:cNvSpPr/>
          <p:nvPr/>
        </p:nvSpPr>
        <p:spPr>
          <a:xfrm>
            <a:off x="7699248" y="3685032"/>
            <a:ext cx="292608" cy="292608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0" name="s06-mhc:3:39:text"/>
          <p:cNvSpPr/>
          <p:nvPr/>
        </p:nvSpPr>
        <p:spPr>
          <a:xfrm>
            <a:off x="7772400" y="373075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1" name="s06-mhc:3:40:line"/>
          <p:cNvSpPr/>
          <p:nvPr/>
        </p:nvSpPr>
        <p:spPr>
          <a:xfrm>
            <a:off x="7680960" y="3200400"/>
            <a:ext cx="585216" cy="457200"/>
          </a:xfrm>
          <a:prstGeom prst="line">
            <a:avLst/>
          </a:prstGeom>
          <a:noFill/>
          <a:ln w="1651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42" name="s06-mhc:3:41:rect"/>
          <p:cNvSpPr/>
          <p:nvPr/>
        </p:nvSpPr>
        <p:spPr>
          <a:xfrm>
            <a:off x="8119872" y="3685032"/>
            <a:ext cx="292608" cy="292608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3" name="s06-mhc:3:42:text"/>
          <p:cNvSpPr/>
          <p:nvPr/>
        </p:nvSpPr>
        <p:spPr>
          <a:xfrm>
            <a:off x="8193024" y="373075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4" name="s06-mhc:3:43:text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四路状态在主模块前汇合；主模块输出再分配，与残差信息组合。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-moe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一.6 MoE 与 Dense</a:t>
            </a:r>
            <a:endParaRPr lang="en-US" sz="1050" dirty="0"/>
          </a:p>
        </p:txBody>
      </p:sp>
      <p:sp>
        <p:nvSpPr>
          <p:cNvPr id="3" name="s07-moe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使用同一组 FFN；MoE 选择执行路径</a:t>
            </a:r>
            <a:endParaRPr lang="en-US" sz="2700" dirty="0"/>
          </a:p>
        </p:txBody>
      </p:sp>
      <p:sp>
        <p:nvSpPr>
          <p:cNvPr id="4" name="s07-moe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7-moe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7-moe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7-moe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7-moe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7-moe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7-moe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22</a:t>
            </a:r>
            <a:endParaRPr lang="en-US" sz="1050" dirty="0"/>
          </a:p>
        </p:txBody>
      </p:sp>
      <p:sp>
        <p:nvSpPr>
          <p:cNvPr id="11" name="s07-moe:0:10:text"/>
          <p:cNvSpPr/>
          <p:nvPr/>
        </p:nvSpPr>
        <p:spPr>
          <a:xfrm>
            <a:off x="4572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Dense FFN</a:t>
            </a:r>
            <a:endParaRPr lang="en-US" sz="1900" dirty="0"/>
          </a:p>
        </p:txBody>
      </p:sp>
      <p:sp>
        <p:nvSpPr>
          <p:cNvPr id="12" name="s07-moe:0:11:rect"/>
          <p:cNvSpPr/>
          <p:nvPr/>
        </p:nvSpPr>
        <p:spPr>
          <a:xfrm>
            <a:off x="502920" y="2011680"/>
            <a:ext cx="82296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07-moe:0:12:text"/>
          <p:cNvSpPr/>
          <p:nvPr/>
        </p:nvSpPr>
        <p:spPr>
          <a:xfrm>
            <a:off x="576072" y="205740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500" dirty="0"/>
          </a:p>
        </p:txBody>
      </p:sp>
      <p:sp>
        <p:nvSpPr>
          <p:cNvPr id="14" name="s07-moe:0:13:line"/>
          <p:cNvSpPr/>
          <p:nvPr/>
        </p:nvSpPr>
        <p:spPr>
          <a:xfrm>
            <a:off x="1371600" y="2240280"/>
            <a:ext cx="2743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5" name="s07-moe:0:14:rect"/>
          <p:cNvSpPr/>
          <p:nvPr/>
        </p:nvSpPr>
        <p:spPr>
          <a:xfrm>
            <a:off x="1737360" y="1920240"/>
            <a:ext cx="201168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07-moe:0:15:text"/>
          <p:cNvSpPr/>
          <p:nvPr/>
        </p:nvSpPr>
        <p:spPr>
          <a:xfrm>
            <a:off x="1810512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 FFN</a:t>
            </a:r>
            <a:endParaRPr lang="en-US" sz="1800" dirty="0"/>
          </a:p>
        </p:txBody>
      </p:sp>
      <p:sp>
        <p:nvSpPr>
          <p:cNvPr id="17" name="s07-moe:0:16:text"/>
          <p:cNvSpPr/>
          <p:nvPr/>
        </p:nvSpPr>
        <p:spPr>
          <a:xfrm>
            <a:off x="5486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所有输入使用同一组权重</a:t>
            </a:r>
            <a:endParaRPr lang="en-US" sz="1700" dirty="0"/>
          </a:p>
        </p:txBody>
      </p:sp>
      <p:sp>
        <p:nvSpPr>
          <p:cNvPr id="18" name="s07-moe:0:17:line"/>
          <p:cNvSpPr/>
          <p:nvPr/>
        </p:nvSpPr>
        <p:spPr>
          <a:xfrm>
            <a:off x="4069080" y="1463040"/>
            <a:ext cx="914" cy="2971800"/>
          </a:xfrm>
          <a:prstGeom prst="line">
            <a:avLst/>
          </a:prstGeom>
          <a:noFill/>
          <a:ln w="12700">
            <a:solidFill>
              <a:srgbClr val="CED8E6"/>
            </a:solidFill>
            <a:prstDash val="solid"/>
          </a:ln>
        </p:spPr>
      </p:sp>
      <p:sp>
        <p:nvSpPr>
          <p:cNvPr id="19" name="s07-moe:0:18:text"/>
          <p:cNvSpPr/>
          <p:nvPr/>
        </p:nvSpPr>
        <p:spPr>
          <a:xfrm>
            <a:off x="429768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Mixture of Experts</a:t>
            </a:r>
            <a:endParaRPr lang="en-US" sz="1900" dirty="0"/>
          </a:p>
        </p:txBody>
      </p:sp>
      <p:sp>
        <p:nvSpPr>
          <p:cNvPr id="20" name="s07-moe:1:19:rect"/>
          <p:cNvSpPr/>
          <p:nvPr/>
        </p:nvSpPr>
        <p:spPr>
          <a:xfrm>
            <a:off x="4343400" y="1938528"/>
            <a:ext cx="1005840" cy="4572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07-moe:1:20:text"/>
          <p:cNvSpPr/>
          <p:nvPr/>
        </p:nvSpPr>
        <p:spPr>
          <a:xfrm>
            <a:off x="4416552" y="198424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600" dirty="0"/>
          </a:p>
        </p:txBody>
      </p:sp>
      <p:sp>
        <p:nvSpPr>
          <p:cNvPr id="22" name="s07-moe:1:21:line"/>
          <p:cNvSpPr/>
          <p:nvPr/>
        </p:nvSpPr>
        <p:spPr>
          <a:xfrm>
            <a:off x="5440680" y="2167128"/>
            <a:ext cx="27432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07-moe:1:22:rect"/>
          <p:cNvSpPr/>
          <p:nvPr/>
        </p:nvSpPr>
        <p:spPr>
          <a:xfrm>
            <a:off x="5806440" y="1938528"/>
            <a:ext cx="1280160" cy="4572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07-moe:1:23:text"/>
          <p:cNvSpPr/>
          <p:nvPr/>
        </p:nvSpPr>
        <p:spPr>
          <a:xfrm>
            <a:off x="5879592" y="198424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</a:t>
            </a:r>
            <a:endParaRPr lang="en-US" sz="1700" dirty="0"/>
          </a:p>
        </p:txBody>
      </p:sp>
      <p:sp>
        <p:nvSpPr>
          <p:cNvPr id="25" name="s07-moe:2:24:rect"/>
          <p:cNvSpPr/>
          <p:nvPr/>
        </p:nvSpPr>
        <p:spPr>
          <a:xfrm>
            <a:off x="457200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" name="s07-moe:2:25:rect"/>
          <p:cNvSpPr/>
          <p:nvPr/>
        </p:nvSpPr>
        <p:spPr>
          <a:xfrm>
            <a:off x="465886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07-moe:2:26:rect"/>
          <p:cNvSpPr/>
          <p:nvPr/>
        </p:nvSpPr>
        <p:spPr>
          <a:xfrm>
            <a:off x="474573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" name="s07-moe:2:27:rect"/>
          <p:cNvSpPr/>
          <p:nvPr/>
        </p:nvSpPr>
        <p:spPr>
          <a:xfrm>
            <a:off x="483260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" name="s07-moe:2:28:rect"/>
          <p:cNvSpPr/>
          <p:nvPr/>
        </p:nvSpPr>
        <p:spPr>
          <a:xfrm>
            <a:off x="491947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" name="s07-moe:2:29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" name="s07-moe:2:30:rect"/>
          <p:cNvSpPr/>
          <p:nvPr/>
        </p:nvSpPr>
        <p:spPr>
          <a:xfrm>
            <a:off x="509320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" name="s07-moe:2:31:rect"/>
          <p:cNvSpPr/>
          <p:nvPr/>
        </p:nvSpPr>
        <p:spPr>
          <a:xfrm>
            <a:off x="518007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" name="s07-moe:2:32:rect"/>
          <p:cNvSpPr/>
          <p:nvPr/>
        </p:nvSpPr>
        <p:spPr>
          <a:xfrm>
            <a:off x="526694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" name="s07-moe:2:33:rect"/>
          <p:cNvSpPr/>
          <p:nvPr/>
        </p:nvSpPr>
        <p:spPr>
          <a:xfrm>
            <a:off x="535381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" name="s07-moe:2:34:rect"/>
          <p:cNvSpPr/>
          <p:nvPr/>
        </p:nvSpPr>
        <p:spPr>
          <a:xfrm>
            <a:off x="544068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" name="s07-moe:2:35:rect"/>
          <p:cNvSpPr/>
          <p:nvPr/>
        </p:nvSpPr>
        <p:spPr>
          <a:xfrm>
            <a:off x="552754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" name="s07-moe:2:36:rect"/>
          <p:cNvSpPr/>
          <p:nvPr/>
        </p:nvSpPr>
        <p:spPr>
          <a:xfrm>
            <a:off x="561441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" name="s07-moe:2:37:rect"/>
          <p:cNvSpPr/>
          <p:nvPr/>
        </p:nvSpPr>
        <p:spPr>
          <a:xfrm>
            <a:off x="570128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" name="s07-moe:2:38:rect"/>
          <p:cNvSpPr/>
          <p:nvPr/>
        </p:nvSpPr>
        <p:spPr>
          <a:xfrm>
            <a:off x="578815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" name="s07-moe:2:39:rect"/>
          <p:cNvSpPr/>
          <p:nvPr/>
        </p:nvSpPr>
        <p:spPr>
          <a:xfrm>
            <a:off x="587502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" name="s07-moe:2:40:rect"/>
          <p:cNvSpPr/>
          <p:nvPr/>
        </p:nvSpPr>
        <p:spPr>
          <a:xfrm>
            <a:off x="596188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" name="s07-moe:2:41:rect"/>
          <p:cNvSpPr/>
          <p:nvPr/>
        </p:nvSpPr>
        <p:spPr>
          <a:xfrm>
            <a:off x="604875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" name="s07-moe:2:42:rect"/>
          <p:cNvSpPr/>
          <p:nvPr/>
        </p:nvSpPr>
        <p:spPr>
          <a:xfrm>
            <a:off x="613562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" name="s07-moe:2:43:rect"/>
          <p:cNvSpPr/>
          <p:nvPr/>
        </p:nvSpPr>
        <p:spPr>
          <a:xfrm>
            <a:off x="6222492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" name="s07-moe:2:44:rect"/>
          <p:cNvSpPr/>
          <p:nvPr/>
        </p:nvSpPr>
        <p:spPr>
          <a:xfrm>
            <a:off x="6309360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" name="s07-moe:2:45:rect"/>
          <p:cNvSpPr/>
          <p:nvPr/>
        </p:nvSpPr>
        <p:spPr>
          <a:xfrm>
            <a:off x="6396228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" name="s07-moe:2:46:rect"/>
          <p:cNvSpPr/>
          <p:nvPr/>
        </p:nvSpPr>
        <p:spPr>
          <a:xfrm>
            <a:off x="6483096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" name="s07-moe:2:47:rect"/>
          <p:cNvSpPr/>
          <p:nvPr/>
        </p:nvSpPr>
        <p:spPr>
          <a:xfrm>
            <a:off x="6569964" y="26517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" name="s07-moe:2:48:rect"/>
          <p:cNvSpPr/>
          <p:nvPr/>
        </p:nvSpPr>
        <p:spPr>
          <a:xfrm>
            <a:off x="457200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" name="s07-moe:2:49:rect"/>
          <p:cNvSpPr/>
          <p:nvPr/>
        </p:nvSpPr>
        <p:spPr>
          <a:xfrm>
            <a:off x="465886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" name="s07-moe:2:50:rect"/>
          <p:cNvSpPr/>
          <p:nvPr/>
        </p:nvSpPr>
        <p:spPr>
          <a:xfrm>
            <a:off x="474573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" name="s07-moe:2:51:rect"/>
          <p:cNvSpPr/>
          <p:nvPr/>
        </p:nvSpPr>
        <p:spPr>
          <a:xfrm>
            <a:off x="483260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" name="s07-moe:2:52:rect"/>
          <p:cNvSpPr/>
          <p:nvPr/>
        </p:nvSpPr>
        <p:spPr>
          <a:xfrm>
            <a:off x="491947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" name="s07-moe:2:53:rect"/>
          <p:cNvSpPr/>
          <p:nvPr/>
        </p:nvSpPr>
        <p:spPr>
          <a:xfrm>
            <a:off x="500634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" name="s07-moe:2:54:rect"/>
          <p:cNvSpPr/>
          <p:nvPr/>
        </p:nvSpPr>
        <p:spPr>
          <a:xfrm>
            <a:off x="509320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" name="s07-moe:2:55:rect"/>
          <p:cNvSpPr/>
          <p:nvPr/>
        </p:nvSpPr>
        <p:spPr>
          <a:xfrm>
            <a:off x="518007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" name="s07-moe:2:56:rect"/>
          <p:cNvSpPr/>
          <p:nvPr/>
        </p:nvSpPr>
        <p:spPr>
          <a:xfrm>
            <a:off x="526694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" name="s07-moe:2:57:rect"/>
          <p:cNvSpPr/>
          <p:nvPr/>
        </p:nvSpPr>
        <p:spPr>
          <a:xfrm>
            <a:off x="535381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" name="s07-moe:2:58:rect"/>
          <p:cNvSpPr/>
          <p:nvPr/>
        </p:nvSpPr>
        <p:spPr>
          <a:xfrm>
            <a:off x="544068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" name="s07-moe:2:59:rect"/>
          <p:cNvSpPr/>
          <p:nvPr/>
        </p:nvSpPr>
        <p:spPr>
          <a:xfrm>
            <a:off x="552754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" name="s07-moe:2:60:rect"/>
          <p:cNvSpPr/>
          <p:nvPr/>
        </p:nvSpPr>
        <p:spPr>
          <a:xfrm>
            <a:off x="561441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" name="s07-moe:2:61:rect"/>
          <p:cNvSpPr/>
          <p:nvPr/>
        </p:nvSpPr>
        <p:spPr>
          <a:xfrm>
            <a:off x="570128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" name="s07-moe:2:62:rect"/>
          <p:cNvSpPr/>
          <p:nvPr/>
        </p:nvSpPr>
        <p:spPr>
          <a:xfrm>
            <a:off x="578815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" name="s07-moe:2:63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" name="s07-moe:2:64:rect"/>
          <p:cNvSpPr/>
          <p:nvPr/>
        </p:nvSpPr>
        <p:spPr>
          <a:xfrm>
            <a:off x="596188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" name="s07-moe:2:65:rect"/>
          <p:cNvSpPr/>
          <p:nvPr/>
        </p:nvSpPr>
        <p:spPr>
          <a:xfrm>
            <a:off x="604875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" name="s07-moe:2:66:rect"/>
          <p:cNvSpPr/>
          <p:nvPr/>
        </p:nvSpPr>
        <p:spPr>
          <a:xfrm>
            <a:off x="613562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" name="s07-moe:2:67:rect"/>
          <p:cNvSpPr/>
          <p:nvPr/>
        </p:nvSpPr>
        <p:spPr>
          <a:xfrm>
            <a:off x="6222492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" name="s07-moe:2:68:rect"/>
          <p:cNvSpPr/>
          <p:nvPr/>
        </p:nvSpPr>
        <p:spPr>
          <a:xfrm>
            <a:off x="6309360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" name="s07-moe:2:69:rect"/>
          <p:cNvSpPr/>
          <p:nvPr/>
        </p:nvSpPr>
        <p:spPr>
          <a:xfrm>
            <a:off x="6396228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" name="s07-moe:2:70:rect"/>
          <p:cNvSpPr/>
          <p:nvPr/>
        </p:nvSpPr>
        <p:spPr>
          <a:xfrm>
            <a:off x="6483096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" name="s07-moe:2:71:rect"/>
          <p:cNvSpPr/>
          <p:nvPr/>
        </p:nvSpPr>
        <p:spPr>
          <a:xfrm>
            <a:off x="6569964" y="27386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" name="s07-moe:2:72:rect"/>
          <p:cNvSpPr/>
          <p:nvPr/>
        </p:nvSpPr>
        <p:spPr>
          <a:xfrm>
            <a:off x="457200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" name="s07-moe:2:73:rect"/>
          <p:cNvSpPr/>
          <p:nvPr/>
        </p:nvSpPr>
        <p:spPr>
          <a:xfrm>
            <a:off x="465886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" name="s07-moe:2:74:rect"/>
          <p:cNvSpPr/>
          <p:nvPr/>
        </p:nvSpPr>
        <p:spPr>
          <a:xfrm>
            <a:off x="474573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" name="s07-moe:2:75:rect"/>
          <p:cNvSpPr/>
          <p:nvPr/>
        </p:nvSpPr>
        <p:spPr>
          <a:xfrm>
            <a:off x="483260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" name="s07-moe:2:76:rect"/>
          <p:cNvSpPr/>
          <p:nvPr/>
        </p:nvSpPr>
        <p:spPr>
          <a:xfrm>
            <a:off x="491947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" name="s07-moe:2:77:rect"/>
          <p:cNvSpPr/>
          <p:nvPr/>
        </p:nvSpPr>
        <p:spPr>
          <a:xfrm>
            <a:off x="500634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9" name="s07-moe:2:78:rect"/>
          <p:cNvSpPr/>
          <p:nvPr/>
        </p:nvSpPr>
        <p:spPr>
          <a:xfrm>
            <a:off x="509320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0" name="s07-moe:2:79:rect"/>
          <p:cNvSpPr/>
          <p:nvPr/>
        </p:nvSpPr>
        <p:spPr>
          <a:xfrm>
            <a:off x="518007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1" name="s07-moe:2:80:rect"/>
          <p:cNvSpPr/>
          <p:nvPr/>
        </p:nvSpPr>
        <p:spPr>
          <a:xfrm>
            <a:off x="526694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2" name="s07-moe:2:81:rect"/>
          <p:cNvSpPr/>
          <p:nvPr/>
        </p:nvSpPr>
        <p:spPr>
          <a:xfrm>
            <a:off x="535381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3" name="s07-moe:2:82:rect"/>
          <p:cNvSpPr/>
          <p:nvPr/>
        </p:nvSpPr>
        <p:spPr>
          <a:xfrm>
            <a:off x="544068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4" name="s07-moe:2:83:rect"/>
          <p:cNvSpPr/>
          <p:nvPr/>
        </p:nvSpPr>
        <p:spPr>
          <a:xfrm>
            <a:off x="552754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5" name="s07-moe:2:84:rect"/>
          <p:cNvSpPr/>
          <p:nvPr/>
        </p:nvSpPr>
        <p:spPr>
          <a:xfrm>
            <a:off x="561441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6" name="s07-moe:2:85:rect"/>
          <p:cNvSpPr/>
          <p:nvPr/>
        </p:nvSpPr>
        <p:spPr>
          <a:xfrm>
            <a:off x="570128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7" name="s07-moe:2:86:rect"/>
          <p:cNvSpPr/>
          <p:nvPr/>
        </p:nvSpPr>
        <p:spPr>
          <a:xfrm>
            <a:off x="578815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8" name="s07-moe:2:87:rect"/>
          <p:cNvSpPr/>
          <p:nvPr/>
        </p:nvSpPr>
        <p:spPr>
          <a:xfrm>
            <a:off x="587502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9" name="s07-moe:2:88:rect"/>
          <p:cNvSpPr/>
          <p:nvPr/>
        </p:nvSpPr>
        <p:spPr>
          <a:xfrm>
            <a:off x="596188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0" name="s07-moe:2:89:rect"/>
          <p:cNvSpPr/>
          <p:nvPr/>
        </p:nvSpPr>
        <p:spPr>
          <a:xfrm>
            <a:off x="604875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1" name="s07-moe:2:90:rect"/>
          <p:cNvSpPr/>
          <p:nvPr/>
        </p:nvSpPr>
        <p:spPr>
          <a:xfrm>
            <a:off x="613562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2" name="s07-moe:2:91:rect"/>
          <p:cNvSpPr/>
          <p:nvPr/>
        </p:nvSpPr>
        <p:spPr>
          <a:xfrm>
            <a:off x="6222492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3" name="s07-moe:2:92:rect"/>
          <p:cNvSpPr/>
          <p:nvPr/>
        </p:nvSpPr>
        <p:spPr>
          <a:xfrm>
            <a:off x="6309360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4" name="s07-moe:2:93:rect"/>
          <p:cNvSpPr/>
          <p:nvPr/>
        </p:nvSpPr>
        <p:spPr>
          <a:xfrm>
            <a:off x="6396228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5" name="s07-moe:2:94:rect"/>
          <p:cNvSpPr/>
          <p:nvPr/>
        </p:nvSpPr>
        <p:spPr>
          <a:xfrm>
            <a:off x="6483096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6" name="s07-moe:2:95:rect"/>
          <p:cNvSpPr/>
          <p:nvPr/>
        </p:nvSpPr>
        <p:spPr>
          <a:xfrm>
            <a:off x="6569964" y="28254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7" name="s07-moe:2:96:rect"/>
          <p:cNvSpPr/>
          <p:nvPr/>
        </p:nvSpPr>
        <p:spPr>
          <a:xfrm>
            <a:off x="457200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8" name="s07-moe:2:97:rect"/>
          <p:cNvSpPr/>
          <p:nvPr/>
        </p:nvSpPr>
        <p:spPr>
          <a:xfrm>
            <a:off x="465886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9" name="s07-moe:2:98:rect"/>
          <p:cNvSpPr/>
          <p:nvPr/>
        </p:nvSpPr>
        <p:spPr>
          <a:xfrm>
            <a:off x="474573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0" name="s07-moe:2:99:rect"/>
          <p:cNvSpPr/>
          <p:nvPr/>
        </p:nvSpPr>
        <p:spPr>
          <a:xfrm>
            <a:off x="483260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1" name="s07-moe:2:100:rect"/>
          <p:cNvSpPr/>
          <p:nvPr/>
        </p:nvSpPr>
        <p:spPr>
          <a:xfrm>
            <a:off x="491947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2" name="s07-moe:2:101:rect"/>
          <p:cNvSpPr/>
          <p:nvPr/>
        </p:nvSpPr>
        <p:spPr>
          <a:xfrm>
            <a:off x="500634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3" name="s07-moe:2:102:rect"/>
          <p:cNvSpPr/>
          <p:nvPr/>
        </p:nvSpPr>
        <p:spPr>
          <a:xfrm>
            <a:off x="509320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4" name="s07-moe:2:103:rect"/>
          <p:cNvSpPr/>
          <p:nvPr/>
        </p:nvSpPr>
        <p:spPr>
          <a:xfrm>
            <a:off x="518007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5" name="s07-moe:2:104:rect"/>
          <p:cNvSpPr/>
          <p:nvPr/>
        </p:nvSpPr>
        <p:spPr>
          <a:xfrm>
            <a:off x="526694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6" name="s07-moe:2:105:rect"/>
          <p:cNvSpPr/>
          <p:nvPr/>
        </p:nvSpPr>
        <p:spPr>
          <a:xfrm>
            <a:off x="535381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7" name="s07-moe:2:106:rect"/>
          <p:cNvSpPr/>
          <p:nvPr/>
        </p:nvSpPr>
        <p:spPr>
          <a:xfrm>
            <a:off x="544068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8" name="s07-moe:2:107:rect"/>
          <p:cNvSpPr/>
          <p:nvPr/>
        </p:nvSpPr>
        <p:spPr>
          <a:xfrm>
            <a:off x="552754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9" name="s07-moe:2:108:rect"/>
          <p:cNvSpPr/>
          <p:nvPr/>
        </p:nvSpPr>
        <p:spPr>
          <a:xfrm>
            <a:off x="561441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0" name="s07-moe:2:109:rect"/>
          <p:cNvSpPr/>
          <p:nvPr/>
        </p:nvSpPr>
        <p:spPr>
          <a:xfrm>
            <a:off x="570128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1" name="s07-moe:2:110:rect"/>
          <p:cNvSpPr/>
          <p:nvPr/>
        </p:nvSpPr>
        <p:spPr>
          <a:xfrm>
            <a:off x="578815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2" name="s07-moe:2:111:rect"/>
          <p:cNvSpPr/>
          <p:nvPr/>
        </p:nvSpPr>
        <p:spPr>
          <a:xfrm>
            <a:off x="587502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3" name="s07-moe:2:1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4" name="s07-moe:2:113:rect"/>
          <p:cNvSpPr/>
          <p:nvPr/>
        </p:nvSpPr>
        <p:spPr>
          <a:xfrm>
            <a:off x="604875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5" name="s07-moe:2:114:rect"/>
          <p:cNvSpPr/>
          <p:nvPr/>
        </p:nvSpPr>
        <p:spPr>
          <a:xfrm>
            <a:off x="613562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6" name="s07-moe:2:115:rect"/>
          <p:cNvSpPr/>
          <p:nvPr/>
        </p:nvSpPr>
        <p:spPr>
          <a:xfrm>
            <a:off x="6222492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7" name="s07-moe:2:116:rect"/>
          <p:cNvSpPr/>
          <p:nvPr/>
        </p:nvSpPr>
        <p:spPr>
          <a:xfrm>
            <a:off x="6309360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8" name="s07-moe:2:117:rect"/>
          <p:cNvSpPr/>
          <p:nvPr/>
        </p:nvSpPr>
        <p:spPr>
          <a:xfrm>
            <a:off x="6396228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9" name="s07-moe:2:118:rect"/>
          <p:cNvSpPr/>
          <p:nvPr/>
        </p:nvSpPr>
        <p:spPr>
          <a:xfrm>
            <a:off x="6483096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0" name="s07-moe:2:119:rect"/>
          <p:cNvSpPr/>
          <p:nvPr/>
        </p:nvSpPr>
        <p:spPr>
          <a:xfrm>
            <a:off x="6569964" y="29123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1" name="s07-moe:2:120:rect"/>
          <p:cNvSpPr/>
          <p:nvPr/>
        </p:nvSpPr>
        <p:spPr>
          <a:xfrm>
            <a:off x="457200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2" name="s07-moe:2:121:rect"/>
          <p:cNvSpPr/>
          <p:nvPr/>
        </p:nvSpPr>
        <p:spPr>
          <a:xfrm>
            <a:off x="465886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3" name="s07-moe:2:122:rect"/>
          <p:cNvSpPr/>
          <p:nvPr/>
        </p:nvSpPr>
        <p:spPr>
          <a:xfrm>
            <a:off x="474573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4" name="s07-moe:2:123:rect"/>
          <p:cNvSpPr/>
          <p:nvPr/>
        </p:nvSpPr>
        <p:spPr>
          <a:xfrm>
            <a:off x="483260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5" name="s07-moe:2:124:rect"/>
          <p:cNvSpPr/>
          <p:nvPr/>
        </p:nvSpPr>
        <p:spPr>
          <a:xfrm>
            <a:off x="491947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6" name="s07-moe:2:125:rect"/>
          <p:cNvSpPr/>
          <p:nvPr/>
        </p:nvSpPr>
        <p:spPr>
          <a:xfrm>
            <a:off x="500634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7" name="s07-moe:2:126:rect"/>
          <p:cNvSpPr/>
          <p:nvPr/>
        </p:nvSpPr>
        <p:spPr>
          <a:xfrm>
            <a:off x="509320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8" name="s07-moe:2:127:rect"/>
          <p:cNvSpPr/>
          <p:nvPr/>
        </p:nvSpPr>
        <p:spPr>
          <a:xfrm>
            <a:off x="518007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9" name="s07-moe:2:128:rect"/>
          <p:cNvSpPr/>
          <p:nvPr/>
        </p:nvSpPr>
        <p:spPr>
          <a:xfrm>
            <a:off x="526694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0" name="s07-moe:2:129:rect"/>
          <p:cNvSpPr/>
          <p:nvPr/>
        </p:nvSpPr>
        <p:spPr>
          <a:xfrm>
            <a:off x="535381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1" name="s07-moe:2:130:rect"/>
          <p:cNvSpPr/>
          <p:nvPr/>
        </p:nvSpPr>
        <p:spPr>
          <a:xfrm>
            <a:off x="544068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2" name="s07-moe:2:131:rect"/>
          <p:cNvSpPr/>
          <p:nvPr/>
        </p:nvSpPr>
        <p:spPr>
          <a:xfrm>
            <a:off x="552754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3" name="s07-moe:2:132:rect"/>
          <p:cNvSpPr/>
          <p:nvPr/>
        </p:nvSpPr>
        <p:spPr>
          <a:xfrm>
            <a:off x="561441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4" name="s07-moe:2:133:rect"/>
          <p:cNvSpPr/>
          <p:nvPr/>
        </p:nvSpPr>
        <p:spPr>
          <a:xfrm>
            <a:off x="570128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5" name="s07-moe:2:134:rect"/>
          <p:cNvSpPr/>
          <p:nvPr/>
        </p:nvSpPr>
        <p:spPr>
          <a:xfrm>
            <a:off x="578815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6" name="s07-moe:2:135:rect"/>
          <p:cNvSpPr/>
          <p:nvPr/>
        </p:nvSpPr>
        <p:spPr>
          <a:xfrm>
            <a:off x="587502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7" name="s07-moe:2:136:rect"/>
          <p:cNvSpPr/>
          <p:nvPr/>
        </p:nvSpPr>
        <p:spPr>
          <a:xfrm>
            <a:off x="596188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8" name="s07-moe:2:137:rect"/>
          <p:cNvSpPr/>
          <p:nvPr/>
        </p:nvSpPr>
        <p:spPr>
          <a:xfrm>
            <a:off x="604875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9" name="s07-moe:2:138:rect"/>
          <p:cNvSpPr/>
          <p:nvPr/>
        </p:nvSpPr>
        <p:spPr>
          <a:xfrm>
            <a:off x="613562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0" name="s07-moe:2:139:rect"/>
          <p:cNvSpPr/>
          <p:nvPr/>
        </p:nvSpPr>
        <p:spPr>
          <a:xfrm>
            <a:off x="6222492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1" name="s07-moe:2:140:rect"/>
          <p:cNvSpPr/>
          <p:nvPr/>
        </p:nvSpPr>
        <p:spPr>
          <a:xfrm>
            <a:off x="6309360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2" name="s07-moe:2:141:rect"/>
          <p:cNvSpPr/>
          <p:nvPr/>
        </p:nvSpPr>
        <p:spPr>
          <a:xfrm>
            <a:off x="6396228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3" name="s07-moe:2:142:rect"/>
          <p:cNvSpPr/>
          <p:nvPr/>
        </p:nvSpPr>
        <p:spPr>
          <a:xfrm>
            <a:off x="6483096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4" name="s07-moe:2:143:rect"/>
          <p:cNvSpPr/>
          <p:nvPr/>
        </p:nvSpPr>
        <p:spPr>
          <a:xfrm>
            <a:off x="6569964" y="29992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5" name="s07-moe:2:144:rect"/>
          <p:cNvSpPr/>
          <p:nvPr/>
        </p:nvSpPr>
        <p:spPr>
          <a:xfrm>
            <a:off x="457200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6" name="s07-moe:2:145:rect"/>
          <p:cNvSpPr/>
          <p:nvPr/>
        </p:nvSpPr>
        <p:spPr>
          <a:xfrm>
            <a:off x="465886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7" name="s07-moe:2:146:rect"/>
          <p:cNvSpPr/>
          <p:nvPr/>
        </p:nvSpPr>
        <p:spPr>
          <a:xfrm>
            <a:off x="474573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8" name="s07-moe:2:147:rect"/>
          <p:cNvSpPr/>
          <p:nvPr/>
        </p:nvSpPr>
        <p:spPr>
          <a:xfrm>
            <a:off x="483260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9" name="s07-moe:2:148:rect"/>
          <p:cNvSpPr/>
          <p:nvPr/>
        </p:nvSpPr>
        <p:spPr>
          <a:xfrm>
            <a:off x="491947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0" name="s07-moe:2:149:rect"/>
          <p:cNvSpPr/>
          <p:nvPr/>
        </p:nvSpPr>
        <p:spPr>
          <a:xfrm>
            <a:off x="500634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1" name="s07-moe:2:150:rect"/>
          <p:cNvSpPr/>
          <p:nvPr/>
        </p:nvSpPr>
        <p:spPr>
          <a:xfrm>
            <a:off x="509320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2" name="s07-moe:2:151:rect"/>
          <p:cNvSpPr/>
          <p:nvPr/>
        </p:nvSpPr>
        <p:spPr>
          <a:xfrm>
            <a:off x="518007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3" name="s07-moe:2:152:rect"/>
          <p:cNvSpPr/>
          <p:nvPr/>
        </p:nvSpPr>
        <p:spPr>
          <a:xfrm>
            <a:off x="526694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4" name="s07-moe:2:153:rect"/>
          <p:cNvSpPr/>
          <p:nvPr/>
        </p:nvSpPr>
        <p:spPr>
          <a:xfrm>
            <a:off x="535381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5" name="s07-moe:2:154:rect"/>
          <p:cNvSpPr/>
          <p:nvPr/>
        </p:nvSpPr>
        <p:spPr>
          <a:xfrm>
            <a:off x="544068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6" name="s07-moe:2:155:rect"/>
          <p:cNvSpPr/>
          <p:nvPr/>
        </p:nvSpPr>
        <p:spPr>
          <a:xfrm>
            <a:off x="552754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7" name="s07-moe:2:156:rect"/>
          <p:cNvSpPr/>
          <p:nvPr/>
        </p:nvSpPr>
        <p:spPr>
          <a:xfrm>
            <a:off x="561441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8" name="s07-moe:2:157:rect"/>
          <p:cNvSpPr/>
          <p:nvPr/>
        </p:nvSpPr>
        <p:spPr>
          <a:xfrm>
            <a:off x="570128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9" name="s07-moe:2:158:rect"/>
          <p:cNvSpPr/>
          <p:nvPr/>
        </p:nvSpPr>
        <p:spPr>
          <a:xfrm>
            <a:off x="578815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0" name="s07-moe:2:159:rect"/>
          <p:cNvSpPr/>
          <p:nvPr/>
        </p:nvSpPr>
        <p:spPr>
          <a:xfrm>
            <a:off x="587502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1" name="s07-moe:2:160:rect"/>
          <p:cNvSpPr/>
          <p:nvPr/>
        </p:nvSpPr>
        <p:spPr>
          <a:xfrm>
            <a:off x="596188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2" name="s07-moe:2:161:rect"/>
          <p:cNvSpPr/>
          <p:nvPr/>
        </p:nvSpPr>
        <p:spPr>
          <a:xfrm>
            <a:off x="604875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3" name="s07-moe:2:162:rect"/>
          <p:cNvSpPr/>
          <p:nvPr/>
        </p:nvSpPr>
        <p:spPr>
          <a:xfrm>
            <a:off x="613562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4" name="s07-moe:2:163:rect"/>
          <p:cNvSpPr/>
          <p:nvPr/>
        </p:nvSpPr>
        <p:spPr>
          <a:xfrm>
            <a:off x="6222492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5" name="s07-moe:2:164:rect"/>
          <p:cNvSpPr/>
          <p:nvPr/>
        </p:nvSpPr>
        <p:spPr>
          <a:xfrm>
            <a:off x="6309360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6" name="s07-moe:2:165:rect"/>
          <p:cNvSpPr/>
          <p:nvPr/>
        </p:nvSpPr>
        <p:spPr>
          <a:xfrm>
            <a:off x="6396228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7" name="s07-moe:2:166:rect"/>
          <p:cNvSpPr/>
          <p:nvPr/>
        </p:nvSpPr>
        <p:spPr>
          <a:xfrm>
            <a:off x="6483096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8" name="s07-moe:2:167:rect"/>
          <p:cNvSpPr/>
          <p:nvPr/>
        </p:nvSpPr>
        <p:spPr>
          <a:xfrm>
            <a:off x="6569964" y="30861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9" name="s07-moe:2:168:rect"/>
          <p:cNvSpPr/>
          <p:nvPr/>
        </p:nvSpPr>
        <p:spPr>
          <a:xfrm>
            <a:off x="457200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0" name="s07-moe:2:169:rect"/>
          <p:cNvSpPr/>
          <p:nvPr/>
        </p:nvSpPr>
        <p:spPr>
          <a:xfrm>
            <a:off x="465886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1" name="s07-moe:2:170:rect"/>
          <p:cNvSpPr/>
          <p:nvPr/>
        </p:nvSpPr>
        <p:spPr>
          <a:xfrm>
            <a:off x="474573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2" name="s07-moe:2:171:rect"/>
          <p:cNvSpPr/>
          <p:nvPr/>
        </p:nvSpPr>
        <p:spPr>
          <a:xfrm>
            <a:off x="483260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3" name="s07-moe:2:172:rect"/>
          <p:cNvSpPr/>
          <p:nvPr/>
        </p:nvSpPr>
        <p:spPr>
          <a:xfrm>
            <a:off x="491947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4" name="s07-moe:2:173:rect"/>
          <p:cNvSpPr/>
          <p:nvPr/>
        </p:nvSpPr>
        <p:spPr>
          <a:xfrm>
            <a:off x="500634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5" name="s07-moe:2:174:rect"/>
          <p:cNvSpPr/>
          <p:nvPr/>
        </p:nvSpPr>
        <p:spPr>
          <a:xfrm>
            <a:off x="509320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6" name="s07-moe:2:175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7" name="s07-moe:2:176:rect"/>
          <p:cNvSpPr/>
          <p:nvPr/>
        </p:nvSpPr>
        <p:spPr>
          <a:xfrm>
            <a:off x="526694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8" name="s07-moe:2:177:rect"/>
          <p:cNvSpPr/>
          <p:nvPr/>
        </p:nvSpPr>
        <p:spPr>
          <a:xfrm>
            <a:off x="535381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9" name="s07-moe:2:178:rect"/>
          <p:cNvSpPr/>
          <p:nvPr/>
        </p:nvSpPr>
        <p:spPr>
          <a:xfrm>
            <a:off x="544068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0" name="s07-moe:2:179:rect"/>
          <p:cNvSpPr/>
          <p:nvPr/>
        </p:nvSpPr>
        <p:spPr>
          <a:xfrm>
            <a:off x="552754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1" name="s07-moe:2:180:rect"/>
          <p:cNvSpPr/>
          <p:nvPr/>
        </p:nvSpPr>
        <p:spPr>
          <a:xfrm>
            <a:off x="561441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2" name="s07-moe:2:181:rect"/>
          <p:cNvSpPr/>
          <p:nvPr/>
        </p:nvSpPr>
        <p:spPr>
          <a:xfrm>
            <a:off x="570128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3" name="s07-moe:2:182:rect"/>
          <p:cNvSpPr/>
          <p:nvPr/>
        </p:nvSpPr>
        <p:spPr>
          <a:xfrm>
            <a:off x="578815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4" name="s07-moe:2:183:rect"/>
          <p:cNvSpPr/>
          <p:nvPr/>
        </p:nvSpPr>
        <p:spPr>
          <a:xfrm>
            <a:off x="587502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5" name="s07-moe:2:184:rect"/>
          <p:cNvSpPr/>
          <p:nvPr/>
        </p:nvSpPr>
        <p:spPr>
          <a:xfrm>
            <a:off x="596188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6" name="s07-moe:2:185:rect"/>
          <p:cNvSpPr/>
          <p:nvPr/>
        </p:nvSpPr>
        <p:spPr>
          <a:xfrm>
            <a:off x="604875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7" name="s07-moe:2:186:rect"/>
          <p:cNvSpPr/>
          <p:nvPr/>
        </p:nvSpPr>
        <p:spPr>
          <a:xfrm>
            <a:off x="613562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8" name="s07-moe:2:187:rect"/>
          <p:cNvSpPr/>
          <p:nvPr/>
        </p:nvSpPr>
        <p:spPr>
          <a:xfrm>
            <a:off x="6222492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9" name="s07-moe:2:188:rect"/>
          <p:cNvSpPr/>
          <p:nvPr/>
        </p:nvSpPr>
        <p:spPr>
          <a:xfrm>
            <a:off x="6309360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0" name="s07-moe:2:189:rect"/>
          <p:cNvSpPr/>
          <p:nvPr/>
        </p:nvSpPr>
        <p:spPr>
          <a:xfrm>
            <a:off x="6396228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1" name="s07-moe:2:190:rect"/>
          <p:cNvSpPr/>
          <p:nvPr/>
        </p:nvSpPr>
        <p:spPr>
          <a:xfrm>
            <a:off x="6483096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2" name="s07-moe:2:191:rect"/>
          <p:cNvSpPr/>
          <p:nvPr/>
        </p:nvSpPr>
        <p:spPr>
          <a:xfrm>
            <a:off x="6569964" y="31729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3" name="s07-moe:2:192:rect"/>
          <p:cNvSpPr/>
          <p:nvPr/>
        </p:nvSpPr>
        <p:spPr>
          <a:xfrm>
            <a:off x="457200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4" name="s07-moe:2:193:rect"/>
          <p:cNvSpPr/>
          <p:nvPr/>
        </p:nvSpPr>
        <p:spPr>
          <a:xfrm>
            <a:off x="465886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5" name="s07-moe:2:194:rect"/>
          <p:cNvSpPr/>
          <p:nvPr/>
        </p:nvSpPr>
        <p:spPr>
          <a:xfrm>
            <a:off x="474573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6" name="s07-moe:2:195:rect"/>
          <p:cNvSpPr/>
          <p:nvPr/>
        </p:nvSpPr>
        <p:spPr>
          <a:xfrm>
            <a:off x="483260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7" name="s07-moe:2:196:rect"/>
          <p:cNvSpPr/>
          <p:nvPr/>
        </p:nvSpPr>
        <p:spPr>
          <a:xfrm>
            <a:off x="491947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8" name="s07-moe:2:197:rect"/>
          <p:cNvSpPr/>
          <p:nvPr/>
        </p:nvSpPr>
        <p:spPr>
          <a:xfrm>
            <a:off x="500634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9" name="s07-moe:2:198:rect"/>
          <p:cNvSpPr/>
          <p:nvPr/>
        </p:nvSpPr>
        <p:spPr>
          <a:xfrm>
            <a:off x="509320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0" name="s07-moe:2:199:rect"/>
          <p:cNvSpPr/>
          <p:nvPr/>
        </p:nvSpPr>
        <p:spPr>
          <a:xfrm>
            <a:off x="518007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1" name="s07-moe:2:200:rect"/>
          <p:cNvSpPr/>
          <p:nvPr/>
        </p:nvSpPr>
        <p:spPr>
          <a:xfrm>
            <a:off x="526694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2" name="s07-moe:2:201:rect"/>
          <p:cNvSpPr/>
          <p:nvPr/>
        </p:nvSpPr>
        <p:spPr>
          <a:xfrm>
            <a:off x="535381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3" name="s07-moe:2:202:rect"/>
          <p:cNvSpPr/>
          <p:nvPr/>
        </p:nvSpPr>
        <p:spPr>
          <a:xfrm>
            <a:off x="544068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4" name="s07-moe:2:203:rect"/>
          <p:cNvSpPr/>
          <p:nvPr/>
        </p:nvSpPr>
        <p:spPr>
          <a:xfrm>
            <a:off x="552754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5" name="s07-moe:2:204:rect"/>
          <p:cNvSpPr/>
          <p:nvPr/>
        </p:nvSpPr>
        <p:spPr>
          <a:xfrm>
            <a:off x="561441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6" name="s07-moe:2:205:rect"/>
          <p:cNvSpPr/>
          <p:nvPr/>
        </p:nvSpPr>
        <p:spPr>
          <a:xfrm>
            <a:off x="570128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7" name="s07-moe:2:206:rect"/>
          <p:cNvSpPr/>
          <p:nvPr/>
        </p:nvSpPr>
        <p:spPr>
          <a:xfrm>
            <a:off x="578815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8" name="s07-moe:2:207:rect"/>
          <p:cNvSpPr/>
          <p:nvPr/>
        </p:nvSpPr>
        <p:spPr>
          <a:xfrm>
            <a:off x="587502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9" name="s07-moe:2:208:rect"/>
          <p:cNvSpPr/>
          <p:nvPr/>
        </p:nvSpPr>
        <p:spPr>
          <a:xfrm>
            <a:off x="596188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0" name="s07-moe:2:209:rect"/>
          <p:cNvSpPr/>
          <p:nvPr/>
        </p:nvSpPr>
        <p:spPr>
          <a:xfrm>
            <a:off x="604875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1" name="s07-moe:2:210:rect"/>
          <p:cNvSpPr/>
          <p:nvPr/>
        </p:nvSpPr>
        <p:spPr>
          <a:xfrm>
            <a:off x="613562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2" name="s07-moe:2:211:rect"/>
          <p:cNvSpPr/>
          <p:nvPr/>
        </p:nvSpPr>
        <p:spPr>
          <a:xfrm>
            <a:off x="6222492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3" name="s07-moe:2:212:rect"/>
          <p:cNvSpPr/>
          <p:nvPr/>
        </p:nvSpPr>
        <p:spPr>
          <a:xfrm>
            <a:off x="6309360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4" name="s07-moe:2:213:rect"/>
          <p:cNvSpPr/>
          <p:nvPr/>
        </p:nvSpPr>
        <p:spPr>
          <a:xfrm>
            <a:off x="6396228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5" name="s07-moe:2:214:rect"/>
          <p:cNvSpPr/>
          <p:nvPr/>
        </p:nvSpPr>
        <p:spPr>
          <a:xfrm>
            <a:off x="6483096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6" name="s07-moe:2:215:rect"/>
          <p:cNvSpPr/>
          <p:nvPr/>
        </p:nvSpPr>
        <p:spPr>
          <a:xfrm>
            <a:off x="6569964" y="32598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7" name="s07-moe:2:216:rect"/>
          <p:cNvSpPr/>
          <p:nvPr/>
        </p:nvSpPr>
        <p:spPr>
          <a:xfrm>
            <a:off x="457200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8" name="s07-moe:2:217:rect"/>
          <p:cNvSpPr/>
          <p:nvPr/>
        </p:nvSpPr>
        <p:spPr>
          <a:xfrm>
            <a:off x="465886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9" name="s07-moe:2:218:rect"/>
          <p:cNvSpPr/>
          <p:nvPr/>
        </p:nvSpPr>
        <p:spPr>
          <a:xfrm>
            <a:off x="474573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0" name="s07-moe:2:219:rect"/>
          <p:cNvSpPr/>
          <p:nvPr/>
        </p:nvSpPr>
        <p:spPr>
          <a:xfrm>
            <a:off x="483260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1" name="s07-moe:2:220:rect"/>
          <p:cNvSpPr/>
          <p:nvPr/>
        </p:nvSpPr>
        <p:spPr>
          <a:xfrm>
            <a:off x="491947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2" name="s07-moe:2:221:rect"/>
          <p:cNvSpPr/>
          <p:nvPr/>
        </p:nvSpPr>
        <p:spPr>
          <a:xfrm>
            <a:off x="500634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3" name="s07-moe:2:222:rect"/>
          <p:cNvSpPr/>
          <p:nvPr/>
        </p:nvSpPr>
        <p:spPr>
          <a:xfrm>
            <a:off x="509320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4" name="s07-moe:2:223:rect"/>
          <p:cNvSpPr/>
          <p:nvPr/>
        </p:nvSpPr>
        <p:spPr>
          <a:xfrm>
            <a:off x="518007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5" name="s07-moe:2:224:rect"/>
          <p:cNvSpPr/>
          <p:nvPr/>
        </p:nvSpPr>
        <p:spPr>
          <a:xfrm>
            <a:off x="526694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6" name="s07-moe:2:225:rect"/>
          <p:cNvSpPr/>
          <p:nvPr/>
        </p:nvSpPr>
        <p:spPr>
          <a:xfrm>
            <a:off x="535381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7" name="s07-moe:2:226:rect"/>
          <p:cNvSpPr/>
          <p:nvPr/>
        </p:nvSpPr>
        <p:spPr>
          <a:xfrm>
            <a:off x="544068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8" name="s07-moe:2:227:rect"/>
          <p:cNvSpPr/>
          <p:nvPr/>
        </p:nvSpPr>
        <p:spPr>
          <a:xfrm>
            <a:off x="552754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9" name="s07-moe:2:228:rect"/>
          <p:cNvSpPr/>
          <p:nvPr/>
        </p:nvSpPr>
        <p:spPr>
          <a:xfrm>
            <a:off x="561441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0" name="s07-moe:2:229:rect"/>
          <p:cNvSpPr/>
          <p:nvPr/>
        </p:nvSpPr>
        <p:spPr>
          <a:xfrm>
            <a:off x="570128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1" name="s07-moe:2:230:rect"/>
          <p:cNvSpPr/>
          <p:nvPr/>
        </p:nvSpPr>
        <p:spPr>
          <a:xfrm>
            <a:off x="578815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2" name="s07-moe:2:231:rect"/>
          <p:cNvSpPr/>
          <p:nvPr/>
        </p:nvSpPr>
        <p:spPr>
          <a:xfrm>
            <a:off x="587502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3" name="s07-moe:2:232:rect"/>
          <p:cNvSpPr/>
          <p:nvPr/>
        </p:nvSpPr>
        <p:spPr>
          <a:xfrm>
            <a:off x="596188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4" name="s07-moe:2:233:rect"/>
          <p:cNvSpPr/>
          <p:nvPr/>
        </p:nvSpPr>
        <p:spPr>
          <a:xfrm>
            <a:off x="604875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5" name="s07-moe:2:234:rect"/>
          <p:cNvSpPr/>
          <p:nvPr/>
        </p:nvSpPr>
        <p:spPr>
          <a:xfrm>
            <a:off x="613562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6" name="s07-moe:2:235:rect"/>
          <p:cNvSpPr/>
          <p:nvPr/>
        </p:nvSpPr>
        <p:spPr>
          <a:xfrm>
            <a:off x="6222492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7" name="s07-moe:2:236:rect"/>
          <p:cNvSpPr/>
          <p:nvPr/>
        </p:nvSpPr>
        <p:spPr>
          <a:xfrm>
            <a:off x="6309360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8" name="s07-moe:2:237:rect"/>
          <p:cNvSpPr/>
          <p:nvPr/>
        </p:nvSpPr>
        <p:spPr>
          <a:xfrm>
            <a:off x="6396228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9" name="s07-moe:2:238:rect"/>
          <p:cNvSpPr/>
          <p:nvPr/>
        </p:nvSpPr>
        <p:spPr>
          <a:xfrm>
            <a:off x="6483096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0" name="s07-moe:2:239:rect"/>
          <p:cNvSpPr/>
          <p:nvPr/>
        </p:nvSpPr>
        <p:spPr>
          <a:xfrm>
            <a:off x="6569964" y="33467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1" name="s07-moe:2:240:rect"/>
          <p:cNvSpPr/>
          <p:nvPr/>
        </p:nvSpPr>
        <p:spPr>
          <a:xfrm>
            <a:off x="457200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2" name="s07-moe:2:241:rect"/>
          <p:cNvSpPr/>
          <p:nvPr/>
        </p:nvSpPr>
        <p:spPr>
          <a:xfrm>
            <a:off x="465886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3" name="s07-moe:2:242:rect"/>
          <p:cNvSpPr/>
          <p:nvPr/>
        </p:nvSpPr>
        <p:spPr>
          <a:xfrm>
            <a:off x="474573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4" name="s07-moe:2:243:rect"/>
          <p:cNvSpPr/>
          <p:nvPr/>
        </p:nvSpPr>
        <p:spPr>
          <a:xfrm>
            <a:off x="483260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5" name="s07-moe:2:244:rect"/>
          <p:cNvSpPr/>
          <p:nvPr/>
        </p:nvSpPr>
        <p:spPr>
          <a:xfrm>
            <a:off x="491947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6" name="s07-moe:2:245:rect"/>
          <p:cNvSpPr/>
          <p:nvPr/>
        </p:nvSpPr>
        <p:spPr>
          <a:xfrm>
            <a:off x="500634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7" name="s07-moe:2:246:rect"/>
          <p:cNvSpPr/>
          <p:nvPr/>
        </p:nvSpPr>
        <p:spPr>
          <a:xfrm>
            <a:off x="509320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8" name="s07-moe:2:247:rect"/>
          <p:cNvSpPr/>
          <p:nvPr/>
        </p:nvSpPr>
        <p:spPr>
          <a:xfrm>
            <a:off x="518007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9" name="s07-moe:2:248:rect"/>
          <p:cNvSpPr/>
          <p:nvPr/>
        </p:nvSpPr>
        <p:spPr>
          <a:xfrm>
            <a:off x="526694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0" name="s07-moe:2:249:rect"/>
          <p:cNvSpPr/>
          <p:nvPr/>
        </p:nvSpPr>
        <p:spPr>
          <a:xfrm>
            <a:off x="535381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1" name="s07-moe:2:250:rect"/>
          <p:cNvSpPr/>
          <p:nvPr/>
        </p:nvSpPr>
        <p:spPr>
          <a:xfrm>
            <a:off x="544068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2" name="s07-moe:2:251:rect"/>
          <p:cNvSpPr/>
          <p:nvPr/>
        </p:nvSpPr>
        <p:spPr>
          <a:xfrm>
            <a:off x="552754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3" name="s07-moe:2:252:rect"/>
          <p:cNvSpPr/>
          <p:nvPr/>
        </p:nvSpPr>
        <p:spPr>
          <a:xfrm>
            <a:off x="561441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4" name="s07-moe:2:253:rect"/>
          <p:cNvSpPr/>
          <p:nvPr/>
        </p:nvSpPr>
        <p:spPr>
          <a:xfrm>
            <a:off x="570128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5" name="s07-moe:2:254:rect"/>
          <p:cNvSpPr/>
          <p:nvPr/>
        </p:nvSpPr>
        <p:spPr>
          <a:xfrm>
            <a:off x="578815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6" name="s07-moe:2:255:rect"/>
          <p:cNvSpPr/>
          <p:nvPr/>
        </p:nvSpPr>
        <p:spPr>
          <a:xfrm>
            <a:off x="587502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7" name="s07-moe:2:256:rect"/>
          <p:cNvSpPr/>
          <p:nvPr/>
        </p:nvSpPr>
        <p:spPr>
          <a:xfrm>
            <a:off x="596188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8" name="s07-moe:2:257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9" name="s07-moe:2:258:rect"/>
          <p:cNvSpPr/>
          <p:nvPr/>
        </p:nvSpPr>
        <p:spPr>
          <a:xfrm>
            <a:off x="613562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0" name="s07-moe:2:259:rect"/>
          <p:cNvSpPr/>
          <p:nvPr/>
        </p:nvSpPr>
        <p:spPr>
          <a:xfrm>
            <a:off x="6222492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1" name="s07-moe:2:260:rect"/>
          <p:cNvSpPr/>
          <p:nvPr/>
        </p:nvSpPr>
        <p:spPr>
          <a:xfrm>
            <a:off x="6309360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2" name="s07-moe:2:261:rect"/>
          <p:cNvSpPr/>
          <p:nvPr/>
        </p:nvSpPr>
        <p:spPr>
          <a:xfrm>
            <a:off x="6396228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3" name="s07-moe:2:262:rect"/>
          <p:cNvSpPr/>
          <p:nvPr/>
        </p:nvSpPr>
        <p:spPr>
          <a:xfrm>
            <a:off x="6483096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4" name="s07-moe:2:263:rect"/>
          <p:cNvSpPr/>
          <p:nvPr/>
        </p:nvSpPr>
        <p:spPr>
          <a:xfrm>
            <a:off x="6569964" y="34335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5" name="s07-moe:2:264:rect"/>
          <p:cNvSpPr/>
          <p:nvPr/>
        </p:nvSpPr>
        <p:spPr>
          <a:xfrm>
            <a:off x="457200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6" name="s07-moe:2:265:rect"/>
          <p:cNvSpPr/>
          <p:nvPr/>
        </p:nvSpPr>
        <p:spPr>
          <a:xfrm>
            <a:off x="465886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7" name="s07-moe:2:266:rect"/>
          <p:cNvSpPr/>
          <p:nvPr/>
        </p:nvSpPr>
        <p:spPr>
          <a:xfrm>
            <a:off x="474573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8" name="s07-moe:2:267:rect"/>
          <p:cNvSpPr/>
          <p:nvPr/>
        </p:nvSpPr>
        <p:spPr>
          <a:xfrm>
            <a:off x="483260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9" name="s07-moe:2:268:rect"/>
          <p:cNvSpPr/>
          <p:nvPr/>
        </p:nvSpPr>
        <p:spPr>
          <a:xfrm>
            <a:off x="491947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0" name="s07-moe:2:269:rect"/>
          <p:cNvSpPr/>
          <p:nvPr/>
        </p:nvSpPr>
        <p:spPr>
          <a:xfrm>
            <a:off x="500634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1" name="s07-moe:2:270:rect"/>
          <p:cNvSpPr/>
          <p:nvPr/>
        </p:nvSpPr>
        <p:spPr>
          <a:xfrm>
            <a:off x="509320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2" name="s07-moe:2:271:rect"/>
          <p:cNvSpPr/>
          <p:nvPr/>
        </p:nvSpPr>
        <p:spPr>
          <a:xfrm>
            <a:off x="518007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3" name="s07-moe:2:272:rect"/>
          <p:cNvSpPr/>
          <p:nvPr/>
        </p:nvSpPr>
        <p:spPr>
          <a:xfrm>
            <a:off x="526694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4" name="s07-moe:2:273:rect"/>
          <p:cNvSpPr/>
          <p:nvPr/>
        </p:nvSpPr>
        <p:spPr>
          <a:xfrm>
            <a:off x="535381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5" name="s07-moe:2:274:rect"/>
          <p:cNvSpPr/>
          <p:nvPr/>
        </p:nvSpPr>
        <p:spPr>
          <a:xfrm>
            <a:off x="544068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6" name="s07-moe:2:275:rect"/>
          <p:cNvSpPr/>
          <p:nvPr/>
        </p:nvSpPr>
        <p:spPr>
          <a:xfrm>
            <a:off x="552754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7" name="s07-moe:2:276:rect"/>
          <p:cNvSpPr/>
          <p:nvPr/>
        </p:nvSpPr>
        <p:spPr>
          <a:xfrm>
            <a:off x="561441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8" name="s07-moe:2:277:rect"/>
          <p:cNvSpPr/>
          <p:nvPr/>
        </p:nvSpPr>
        <p:spPr>
          <a:xfrm>
            <a:off x="570128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9" name="s07-moe:2:278:rect"/>
          <p:cNvSpPr/>
          <p:nvPr/>
        </p:nvSpPr>
        <p:spPr>
          <a:xfrm>
            <a:off x="578815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0" name="s07-moe:2:279:rect"/>
          <p:cNvSpPr/>
          <p:nvPr/>
        </p:nvSpPr>
        <p:spPr>
          <a:xfrm>
            <a:off x="587502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1" name="s07-moe:2:280:rect"/>
          <p:cNvSpPr/>
          <p:nvPr/>
        </p:nvSpPr>
        <p:spPr>
          <a:xfrm>
            <a:off x="596188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2" name="s07-moe:2:281:rect"/>
          <p:cNvSpPr/>
          <p:nvPr/>
        </p:nvSpPr>
        <p:spPr>
          <a:xfrm>
            <a:off x="604875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3" name="s07-moe:2:282:rect"/>
          <p:cNvSpPr/>
          <p:nvPr/>
        </p:nvSpPr>
        <p:spPr>
          <a:xfrm>
            <a:off x="613562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4" name="s07-moe:2:283:rect"/>
          <p:cNvSpPr/>
          <p:nvPr/>
        </p:nvSpPr>
        <p:spPr>
          <a:xfrm>
            <a:off x="6222492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5" name="s07-moe:2:284:rect"/>
          <p:cNvSpPr/>
          <p:nvPr/>
        </p:nvSpPr>
        <p:spPr>
          <a:xfrm>
            <a:off x="6309360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6" name="s07-moe:2:285:rect"/>
          <p:cNvSpPr/>
          <p:nvPr/>
        </p:nvSpPr>
        <p:spPr>
          <a:xfrm>
            <a:off x="6396228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7" name="s07-moe:2:286:rect"/>
          <p:cNvSpPr/>
          <p:nvPr/>
        </p:nvSpPr>
        <p:spPr>
          <a:xfrm>
            <a:off x="6483096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8" name="s07-moe:2:287:rect"/>
          <p:cNvSpPr/>
          <p:nvPr/>
        </p:nvSpPr>
        <p:spPr>
          <a:xfrm>
            <a:off x="6569964" y="35204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9" name="s07-moe:2:288:rect"/>
          <p:cNvSpPr/>
          <p:nvPr/>
        </p:nvSpPr>
        <p:spPr>
          <a:xfrm>
            <a:off x="457200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0" name="s07-moe:2:289:rect"/>
          <p:cNvSpPr/>
          <p:nvPr/>
        </p:nvSpPr>
        <p:spPr>
          <a:xfrm>
            <a:off x="465886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1" name="s07-moe:2:290:rect"/>
          <p:cNvSpPr/>
          <p:nvPr/>
        </p:nvSpPr>
        <p:spPr>
          <a:xfrm>
            <a:off x="474573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2" name="s07-moe:2:291:rect"/>
          <p:cNvSpPr/>
          <p:nvPr/>
        </p:nvSpPr>
        <p:spPr>
          <a:xfrm>
            <a:off x="483260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3" name="s07-moe:2:292:rect"/>
          <p:cNvSpPr/>
          <p:nvPr/>
        </p:nvSpPr>
        <p:spPr>
          <a:xfrm>
            <a:off x="491947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4" name="s07-moe:2:293:rect"/>
          <p:cNvSpPr/>
          <p:nvPr/>
        </p:nvSpPr>
        <p:spPr>
          <a:xfrm>
            <a:off x="500634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5" name="s07-moe:2:294:rect"/>
          <p:cNvSpPr/>
          <p:nvPr/>
        </p:nvSpPr>
        <p:spPr>
          <a:xfrm>
            <a:off x="509320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6" name="s07-moe:2:295:rect"/>
          <p:cNvSpPr/>
          <p:nvPr/>
        </p:nvSpPr>
        <p:spPr>
          <a:xfrm>
            <a:off x="518007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7" name="s07-moe:2:296:rect"/>
          <p:cNvSpPr/>
          <p:nvPr/>
        </p:nvSpPr>
        <p:spPr>
          <a:xfrm>
            <a:off x="526694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8" name="s07-moe:2:297:rect"/>
          <p:cNvSpPr/>
          <p:nvPr/>
        </p:nvSpPr>
        <p:spPr>
          <a:xfrm>
            <a:off x="535381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9" name="s07-moe:2:298:rect"/>
          <p:cNvSpPr/>
          <p:nvPr/>
        </p:nvSpPr>
        <p:spPr>
          <a:xfrm>
            <a:off x="544068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0" name="s07-moe:2:299:rect"/>
          <p:cNvSpPr/>
          <p:nvPr/>
        </p:nvSpPr>
        <p:spPr>
          <a:xfrm>
            <a:off x="552754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1" name="s07-moe:2:300:rect"/>
          <p:cNvSpPr/>
          <p:nvPr/>
        </p:nvSpPr>
        <p:spPr>
          <a:xfrm>
            <a:off x="561441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2" name="s07-moe:2:301:rect"/>
          <p:cNvSpPr/>
          <p:nvPr/>
        </p:nvSpPr>
        <p:spPr>
          <a:xfrm>
            <a:off x="570128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3" name="s07-moe:2:302:rect"/>
          <p:cNvSpPr/>
          <p:nvPr/>
        </p:nvSpPr>
        <p:spPr>
          <a:xfrm>
            <a:off x="578815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4" name="s07-moe:2:303:rect"/>
          <p:cNvSpPr/>
          <p:nvPr/>
        </p:nvSpPr>
        <p:spPr>
          <a:xfrm>
            <a:off x="587502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5" name="s07-moe:2:304:rect"/>
          <p:cNvSpPr/>
          <p:nvPr/>
        </p:nvSpPr>
        <p:spPr>
          <a:xfrm>
            <a:off x="596188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6" name="s07-moe:2:305:rect"/>
          <p:cNvSpPr/>
          <p:nvPr/>
        </p:nvSpPr>
        <p:spPr>
          <a:xfrm>
            <a:off x="604875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7" name="s07-moe:2:306:rect"/>
          <p:cNvSpPr/>
          <p:nvPr/>
        </p:nvSpPr>
        <p:spPr>
          <a:xfrm>
            <a:off x="613562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8" name="s07-moe:2:307:rect"/>
          <p:cNvSpPr/>
          <p:nvPr/>
        </p:nvSpPr>
        <p:spPr>
          <a:xfrm>
            <a:off x="6222492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9" name="s07-moe:2:308:rect"/>
          <p:cNvSpPr/>
          <p:nvPr/>
        </p:nvSpPr>
        <p:spPr>
          <a:xfrm>
            <a:off x="6309360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0" name="s07-moe:2:309:rect"/>
          <p:cNvSpPr/>
          <p:nvPr/>
        </p:nvSpPr>
        <p:spPr>
          <a:xfrm>
            <a:off x="6396228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1" name="s07-moe:2:310:rect"/>
          <p:cNvSpPr/>
          <p:nvPr/>
        </p:nvSpPr>
        <p:spPr>
          <a:xfrm>
            <a:off x="6483096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2" name="s07-moe:2:311:rect"/>
          <p:cNvSpPr/>
          <p:nvPr/>
        </p:nvSpPr>
        <p:spPr>
          <a:xfrm>
            <a:off x="6569964" y="36073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3" name="s07-moe:2:312:rect"/>
          <p:cNvSpPr/>
          <p:nvPr/>
        </p:nvSpPr>
        <p:spPr>
          <a:xfrm>
            <a:off x="457200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4" name="s07-moe:2:313:rect"/>
          <p:cNvSpPr/>
          <p:nvPr/>
        </p:nvSpPr>
        <p:spPr>
          <a:xfrm>
            <a:off x="465886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5" name="s07-moe:2:314:rect"/>
          <p:cNvSpPr/>
          <p:nvPr/>
        </p:nvSpPr>
        <p:spPr>
          <a:xfrm>
            <a:off x="474573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6" name="s07-moe:2:315:rect"/>
          <p:cNvSpPr/>
          <p:nvPr/>
        </p:nvSpPr>
        <p:spPr>
          <a:xfrm>
            <a:off x="483260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7" name="s07-moe:2:316:rect"/>
          <p:cNvSpPr/>
          <p:nvPr/>
        </p:nvSpPr>
        <p:spPr>
          <a:xfrm>
            <a:off x="491947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8" name="s07-moe:2:317:rect"/>
          <p:cNvSpPr/>
          <p:nvPr/>
        </p:nvSpPr>
        <p:spPr>
          <a:xfrm>
            <a:off x="500634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9" name="s07-moe:2:318:rect"/>
          <p:cNvSpPr/>
          <p:nvPr/>
        </p:nvSpPr>
        <p:spPr>
          <a:xfrm>
            <a:off x="509320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0" name="s07-moe:2:319:rect"/>
          <p:cNvSpPr/>
          <p:nvPr/>
        </p:nvSpPr>
        <p:spPr>
          <a:xfrm>
            <a:off x="518007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1" name="s07-moe:2:320:rect"/>
          <p:cNvSpPr/>
          <p:nvPr/>
        </p:nvSpPr>
        <p:spPr>
          <a:xfrm>
            <a:off x="526694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2" name="s07-moe:2:321:rect"/>
          <p:cNvSpPr/>
          <p:nvPr/>
        </p:nvSpPr>
        <p:spPr>
          <a:xfrm>
            <a:off x="535381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3" name="s07-moe:2:322:rect"/>
          <p:cNvSpPr/>
          <p:nvPr/>
        </p:nvSpPr>
        <p:spPr>
          <a:xfrm>
            <a:off x="544068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4" name="s07-moe:2:323:rect"/>
          <p:cNvSpPr/>
          <p:nvPr/>
        </p:nvSpPr>
        <p:spPr>
          <a:xfrm>
            <a:off x="552754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5" name="s07-moe:2:324:rect"/>
          <p:cNvSpPr/>
          <p:nvPr/>
        </p:nvSpPr>
        <p:spPr>
          <a:xfrm>
            <a:off x="561441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6" name="s07-moe:2:325:rect"/>
          <p:cNvSpPr/>
          <p:nvPr/>
        </p:nvSpPr>
        <p:spPr>
          <a:xfrm>
            <a:off x="570128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7" name="s07-moe:2:326:rect"/>
          <p:cNvSpPr/>
          <p:nvPr/>
        </p:nvSpPr>
        <p:spPr>
          <a:xfrm>
            <a:off x="578815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8" name="s07-moe:2:327:rect"/>
          <p:cNvSpPr/>
          <p:nvPr/>
        </p:nvSpPr>
        <p:spPr>
          <a:xfrm>
            <a:off x="587502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9" name="s07-moe:2:328:rect"/>
          <p:cNvSpPr/>
          <p:nvPr/>
        </p:nvSpPr>
        <p:spPr>
          <a:xfrm>
            <a:off x="596188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0" name="s07-moe:2:329:rect"/>
          <p:cNvSpPr/>
          <p:nvPr/>
        </p:nvSpPr>
        <p:spPr>
          <a:xfrm>
            <a:off x="604875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1" name="s07-moe:2:330:rect"/>
          <p:cNvSpPr/>
          <p:nvPr/>
        </p:nvSpPr>
        <p:spPr>
          <a:xfrm>
            <a:off x="613562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2" name="s07-moe:2:331:rect"/>
          <p:cNvSpPr/>
          <p:nvPr/>
        </p:nvSpPr>
        <p:spPr>
          <a:xfrm>
            <a:off x="6222492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3" name="s07-moe:2:332:rect"/>
          <p:cNvSpPr/>
          <p:nvPr/>
        </p:nvSpPr>
        <p:spPr>
          <a:xfrm>
            <a:off x="6309360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4" name="s07-moe:2:333:rect"/>
          <p:cNvSpPr/>
          <p:nvPr/>
        </p:nvSpPr>
        <p:spPr>
          <a:xfrm>
            <a:off x="6396228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5" name="s07-moe:2:334:rect"/>
          <p:cNvSpPr/>
          <p:nvPr/>
        </p:nvSpPr>
        <p:spPr>
          <a:xfrm>
            <a:off x="6483096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6" name="s07-moe:2:335:rect"/>
          <p:cNvSpPr/>
          <p:nvPr/>
        </p:nvSpPr>
        <p:spPr>
          <a:xfrm>
            <a:off x="6569964" y="36941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7" name="s07-moe:2:336:rect"/>
          <p:cNvSpPr/>
          <p:nvPr/>
        </p:nvSpPr>
        <p:spPr>
          <a:xfrm>
            <a:off x="457200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8" name="s07-moe:2:337:rect"/>
          <p:cNvSpPr/>
          <p:nvPr/>
        </p:nvSpPr>
        <p:spPr>
          <a:xfrm>
            <a:off x="465886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9" name="s07-moe:2:338:rect"/>
          <p:cNvSpPr/>
          <p:nvPr/>
        </p:nvSpPr>
        <p:spPr>
          <a:xfrm>
            <a:off x="474573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0" name="s07-moe:2:339:rect"/>
          <p:cNvSpPr/>
          <p:nvPr/>
        </p:nvSpPr>
        <p:spPr>
          <a:xfrm>
            <a:off x="483260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1" name="s07-moe:2:340:rect"/>
          <p:cNvSpPr/>
          <p:nvPr/>
        </p:nvSpPr>
        <p:spPr>
          <a:xfrm>
            <a:off x="491947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2" name="s07-moe:2:341:rect"/>
          <p:cNvSpPr/>
          <p:nvPr/>
        </p:nvSpPr>
        <p:spPr>
          <a:xfrm>
            <a:off x="500634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3" name="s07-moe:2:342:rect"/>
          <p:cNvSpPr/>
          <p:nvPr/>
        </p:nvSpPr>
        <p:spPr>
          <a:xfrm>
            <a:off x="509320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4" name="s07-moe:2:343:rect"/>
          <p:cNvSpPr/>
          <p:nvPr/>
        </p:nvSpPr>
        <p:spPr>
          <a:xfrm>
            <a:off x="518007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5" name="s07-moe:2:344:rect"/>
          <p:cNvSpPr/>
          <p:nvPr/>
        </p:nvSpPr>
        <p:spPr>
          <a:xfrm>
            <a:off x="526694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6" name="s07-moe:2:345:rect"/>
          <p:cNvSpPr/>
          <p:nvPr/>
        </p:nvSpPr>
        <p:spPr>
          <a:xfrm>
            <a:off x="535381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7" name="s07-moe:2:346:rect"/>
          <p:cNvSpPr/>
          <p:nvPr/>
        </p:nvSpPr>
        <p:spPr>
          <a:xfrm>
            <a:off x="544068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8" name="s07-moe:2:347:rect"/>
          <p:cNvSpPr/>
          <p:nvPr/>
        </p:nvSpPr>
        <p:spPr>
          <a:xfrm>
            <a:off x="552754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9" name="s07-moe:2:348:rect"/>
          <p:cNvSpPr/>
          <p:nvPr/>
        </p:nvSpPr>
        <p:spPr>
          <a:xfrm>
            <a:off x="561441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0" name="s07-moe:2:349:rect"/>
          <p:cNvSpPr/>
          <p:nvPr/>
        </p:nvSpPr>
        <p:spPr>
          <a:xfrm>
            <a:off x="570128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1" name="s07-moe:2:350:rect"/>
          <p:cNvSpPr/>
          <p:nvPr/>
        </p:nvSpPr>
        <p:spPr>
          <a:xfrm>
            <a:off x="578815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2" name="s07-moe:2:351:rect"/>
          <p:cNvSpPr/>
          <p:nvPr/>
        </p:nvSpPr>
        <p:spPr>
          <a:xfrm>
            <a:off x="587502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3" name="s07-moe:2:352:rect"/>
          <p:cNvSpPr/>
          <p:nvPr/>
        </p:nvSpPr>
        <p:spPr>
          <a:xfrm>
            <a:off x="596188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4" name="s07-moe:2:353:rect"/>
          <p:cNvSpPr/>
          <p:nvPr/>
        </p:nvSpPr>
        <p:spPr>
          <a:xfrm>
            <a:off x="604875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5" name="s07-moe:2:354:rect"/>
          <p:cNvSpPr/>
          <p:nvPr/>
        </p:nvSpPr>
        <p:spPr>
          <a:xfrm>
            <a:off x="613562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6" name="s07-moe:2:355:rect"/>
          <p:cNvSpPr/>
          <p:nvPr/>
        </p:nvSpPr>
        <p:spPr>
          <a:xfrm>
            <a:off x="6222492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7" name="s07-moe:2:356:rect"/>
          <p:cNvSpPr/>
          <p:nvPr/>
        </p:nvSpPr>
        <p:spPr>
          <a:xfrm>
            <a:off x="6309360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8" name="s07-moe:2:357:rect"/>
          <p:cNvSpPr/>
          <p:nvPr/>
        </p:nvSpPr>
        <p:spPr>
          <a:xfrm>
            <a:off x="6396228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9" name="s07-moe:2:358:rect"/>
          <p:cNvSpPr/>
          <p:nvPr/>
        </p:nvSpPr>
        <p:spPr>
          <a:xfrm>
            <a:off x="6483096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0" name="s07-moe:2:359:rect"/>
          <p:cNvSpPr/>
          <p:nvPr/>
        </p:nvSpPr>
        <p:spPr>
          <a:xfrm>
            <a:off x="6569964" y="37810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1" name="s07-moe:2:360:rect"/>
          <p:cNvSpPr/>
          <p:nvPr/>
        </p:nvSpPr>
        <p:spPr>
          <a:xfrm>
            <a:off x="457200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2" name="s07-moe:2:361:rect"/>
          <p:cNvSpPr/>
          <p:nvPr/>
        </p:nvSpPr>
        <p:spPr>
          <a:xfrm>
            <a:off x="465886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3" name="s07-moe:2:362:rect"/>
          <p:cNvSpPr/>
          <p:nvPr/>
        </p:nvSpPr>
        <p:spPr>
          <a:xfrm>
            <a:off x="474573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4" name="s07-moe:2:363:rect"/>
          <p:cNvSpPr/>
          <p:nvPr/>
        </p:nvSpPr>
        <p:spPr>
          <a:xfrm>
            <a:off x="483260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5" name="s07-moe:2:364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6" name="s07-moe:2:365:rect"/>
          <p:cNvSpPr/>
          <p:nvPr/>
        </p:nvSpPr>
        <p:spPr>
          <a:xfrm>
            <a:off x="500634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7" name="s07-moe:2:366:rect"/>
          <p:cNvSpPr/>
          <p:nvPr/>
        </p:nvSpPr>
        <p:spPr>
          <a:xfrm>
            <a:off x="509320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8" name="s07-moe:2:367:rect"/>
          <p:cNvSpPr/>
          <p:nvPr/>
        </p:nvSpPr>
        <p:spPr>
          <a:xfrm>
            <a:off x="518007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9" name="s07-moe:2:368:rect"/>
          <p:cNvSpPr/>
          <p:nvPr/>
        </p:nvSpPr>
        <p:spPr>
          <a:xfrm>
            <a:off x="526694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0" name="s07-moe:2:369:rect"/>
          <p:cNvSpPr/>
          <p:nvPr/>
        </p:nvSpPr>
        <p:spPr>
          <a:xfrm>
            <a:off x="535381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1" name="s07-moe:2:370:rect"/>
          <p:cNvSpPr/>
          <p:nvPr/>
        </p:nvSpPr>
        <p:spPr>
          <a:xfrm>
            <a:off x="544068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2" name="s07-moe:2:371:rect"/>
          <p:cNvSpPr/>
          <p:nvPr/>
        </p:nvSpPr>
        <p:spPr>
          <a:xfrm>
            <a:off x="552754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3" name="s07-moe:2:372:rect"/>
          <p:cNvSpPr/>
          <p:nvPr/>
        </p:nvSpPr>
        <p:spPr>
          <a:xfrm>
            <a:off x="561441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4" name="s07-moe:2:373:rect"/>
          <p:cNvSpPr/>
          <p:nvPr/>
        </p:nvSpPr>
        <p:spPr>
          <a:xfrm>
            <a:off x="570128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5" name="s07-moe:2:374:rect"/>
          <p:cNvSpPr/>
          <p:nvPr/>
        </p:nvSpPr>
        <p:spPr>
          <a:xfrm>
            <a:off x="578815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6" name="s07-moe:2:375:rect"/>
          <p:cNvSpPr/>
          <p:nvPr/>
        </p:nvSpPr>
        <p:spPr>
          <a:xfrm>
            <a:off x="587502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7" name="s07-moe:2:376:rect"/>
          <p:cNvSpPr/>
          <p:nvPr/>
        </p:nvSpPr>
        <p:spPr>
          <a:xfrm>
            <a:off x="596188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8" name="s07-moe:2:377:rect"/>
          <p:cNvSpPr/>
          <p:nvPr/>
        </p:nvSpPr>
        <p:spPr>
          <a:xfrm>
            <a:off x="604875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9" name="s07-moe:2:378:rect"/>
          <p:cNvSpPr/>
          <p:nvPr/>
        </p:nvSpPr>
        <p:spPr>
          <a:xfrm>
            <a:off x="613562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0" name="s07-moe:2:379:rect"/>
          <p:cNvSpPr/>
          <p:nvPr/>
        </p:nvSpPr>
        <p:spPr>
          <a:xfrm>
            <a:off x="6222492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1" name="s07-moe:2:380:rect"/>
          <p:cNvSpPr/>
          <p:nvPr/>
        </p:nvSpPr>
        <p:spPr>
          <a:xfrm>
            <a:off x="6309360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2" name="s07-moe:2:381:rect"/>
          <p:cNvSpPr/>
          <p:nvPr/>
        </p:nvSpPr>
        <p:spPr>
          <a:xfrm>
            <a:off x="6396228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3" name="s07-moe:2:382:rect"/>
          <p:cNvSpPr/>
          <p:nvPr/>
        </p:nvSpPr>
        <p:spPr>
          <a:xfrm>
            <a:off x="6483096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4" name="s07-moe:2:383:rect"/>
          <p:cNvSpPr/>
          <p:nvPr/>
        </p:nvSpPr>
        <p:spPr>
          <a:xfrm>
            <a:off x="6569964" y="38679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5" name="s07-moe:2:384:rect"/>
          <p:cNvSpPr/>
          <p:nvPr/>
        </p:nvSpPr>
        <p:spPr>
          <a:xfrm>
            <a:off x="457200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6" name="s07-moe:2:385:rect"/>
          <p:cNvSpPr/>
          <p:nvPr/>
        </p:nvSpPr>
        <p:spPr>
          <a:xfrm>
            <a:off x="465886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7" name="s07-moe:2:386:rect"/>
          <p:cNvSpPr/>
          <p:nvPr/>
        </p:nvSpPr>
        <p:spPr>
          <a:xfrm>
            <a:off x="474573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8" name="s07-moe:2:387:rect"/>
          <p:cNvSpPr/>
          <p:nvPr/>
        </p:nvSpPr>
        <p:spPr>
          <a:xfrm>
            <a:off x="483260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9" name="s07-moe:2:388:rect"/>
          <p:cNvSpPr/>
          <p:nvPr/>
        </p:nvSpPr>
        <p:spPr>
          <a:xfrm>
            <a:off x="491947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0" name="s07-moe:2:389:rect"/>
          <p:cNvSpPr/>
          <p:nvPr/>
        </p:nvSpPr>
        <p:spPr>
          <a:xfrm>
            <a:off x="500634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1" name="s07-moe:2:390:rect"/>
          <p:cNvSpPr/>
          <p:nvPr/>
        </p:nvSpPr>
        <p:spPr>
          <a:xfrm>
            <a:off x="509320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2" name="s07-moe:2:391:rect"/>
          <p:cNvSpPr/>
          <p:nvPr/>
        </p:nvSpPr>
        <p:spPr>
          <a:xfrm>
            <a:off x="518007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3" name="s07-moe:2:392:rect"/>
          <p:cNvSpPr/>
          <p:nvPr/>
        </p:nvSpPr>
        <p:spPr>
          <a:xfrm>
            <a:off x="526694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4" name="s07-moe:2:393:rect"/>
          <p:cNvSpPr/>
          <p:nvPr/>
        </p:nvSpPr>
        <p:spPr>
          <a:xfrm>
            <a:off x="535381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5" name="s07-moe:2:394:rect"/>
          <p:cNvSpPr/>
          <p:nvPr/>
        </p:nvSpPr>
        <p:spPr>
          <a:xfrm>
            <a:off x="544068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6" name="s07-moe:2:395:rect"/>
          <p:cNvSpPr/>
          <p:nvPr/>
        </p:nvSpPr>
        <p:spPr>
          <a:xfrm>
            <a:off x="552754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7" name="s07-moe:2:396:rect"/>
          <p:cNvSpPr/>
          <p:nvPr/>
        </p:nvSpPr>
        <p:spPr>
          <a:xfrm>
            <a:off x="561441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8" name="s07-moe:2:397:rect"/>
          <p:cNvSpPr/>
          <p:nvPr/>
        </p:nvSpPr>
        <p:spPr>
          <a:xfrm>
            <a:off x="570128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9" name="s07-moe:2:398:rect"/>
          <p:cNvSpPr/>
          <p:nvPr/>
        </p:nvSpPr>
        <p:spPr>
          <a:xfrm>
            <a:off x="578815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0" name="s07-moe:2:399:rect"/>
          <p:cNvSpPr/>
          <p:nvPr/>
        </p:nvSpPr>
        <p:spPr>
          <a:xfrm>
            <a:off x="587502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1" name="s07-moe:2:400:rect"/>
          <p:cNvSpPr/>
          <p:nvPr/>
        </p:nvSpPr>
        <p:spPr>
          <a:xfrm>
            <a:off x="596188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2" name="s07-moe:2:401:rect"/>
          <p:cNvSpPr/>
          <p:nvPr/>
        </p:nvSpPr>
        <p:spPr>
          <a:xfrm>
            <a:off x="604875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3" name="s07-moe:2:402:rect"/>
          <p:cNvSpPr/>
          <p:nvPr/>
        </p:nvSpPr>
        <p:spPr>
          <a:xfrm>
            <a:off x="613562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4" name="s07-moe:2:403:rect"/>
          <p:cNvSpPr/>
          <p:nvPr/>
        </p:nvSpPr>
        <p:spPr>
          <a:xfrm>
            <a:off x="6222492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5" name="s07-moe:2:404:rect"/>
          <p:cNvSpPr/>
          <p:nvPr/>
        </p:nvSpPr>
        <p:spPr>
          <a:xfrm>
            <a:off x="6309360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6" name="s07-moe:2:405:rect"/>
          <p:cNvSpPr/>
          <p:nvPr/>
        </p:nvSpPr>
        <p:spPr>
          <a:xfrm>
            <a:off x="6396228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7" name="s07-moe:2:406:rect"/>
          <p:cNvSpPr/>
          <p:nvPr/>
        </p:nvSpPr>
        <p:spPr>
          <a:xfrm>
            <a:off x="6483096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8" name="s07-moe:2:407:rect"/>
          <p:cNvSpPr/>
          <p:nvPr/>
        </p:nvSpPr>
        <p:spPr>
          <a:xfrm>
            <a:off x="6569964" y="39547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9" name="s07-moe:2:408:text"/>
          <p:cNvSpPr/>
          <p:nvPr/>
        </p:nvSpPr>
        <p:spPr>
          <a:xfrm>
            <a:off x="457200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 Routed Experts · 评分示意</a:t>
            </a:r>
            <a:endParaRPr lang="en-US" sz="1350" dirty="0"/>
          </a:p>
        </p:txBody>
      </p:sp>
      <p:sp>
        <p:nvSpPr>
          <p:cNvPr id="410" name="s07-moe:2:409:text"/>
          <p:cNvSpPr/>
          <p:nvPr/>
        </p:nvSpPr>
        <p:spPr>
          <a:xfrm>
            <a:off x="7315200" y="2423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 · 0.91 · …</a:t>
            </a:r>
            <a:endParaRPr lang="en-US" sz="1300" dirty="0"/>
          </a:p>
        </p:txBody>
      </p:sp>
      <p:sp>
        <p:nvSpPr>
          <p:cNvPr id="411" name="s07-moe:3:410:rect"/>
          <p:cNvSpPr/>
          <p:nvPr/>
        </p:nvSpPr>
        <p:spPr>
          <a:xfrm>
            <a:off x="5006340" y="2651760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2" name="s07-moe:3:411:rect"/>
          <p:cNvSpPr/>
          <p:nvPr/>
        </p:nvSpPr>
        <p:spPr>
          <a:xfrm>
            <a:off x="5875020" y="273862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3" name="s07-moe:3:412:rect"/>
          <p:cNvSpPr/>
          <p:nvPr/>
        </p:nvSpPr>
        <p:spPr>
          <a:xfrm>
            <a:off x="5961888" y="2912364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4" name="s07-moe:3:413:rect"/>
          <p:cNvSpPr/>
          <p:nvPr/>
        </p:nvSpPr>
        <p:spPr>
          <a:xfrm>
            <a:off x="5180076" y="317296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5" name="s07-moe:3:414:rect"/>
          <p:cNvSpPr/>
          <p:nvPr/>
        </p:nvSpPr>
        <p:spPr>
          <a:xfrm>
            <a:off x="6048756" y="343357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6" name="s07-moe:3:415:rect"/>
          <p:cNvSpPr/>
          <p:nvPr/>
        </p:nvSpPr>
        <p:spPr>
          <a:xfrm>
            <a:off x="4919472" y="386791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7" name="s07-moe:3:416:text"/>
          <p:cNvSpPr/>
          <p:nvPr/>
        </p:nvSpPr>
        <p:spPr>
          <a:xfrm>
            <a:off x="7543800" y="29900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Top-6</a:t>
            </a:r>
            <a:endParaRPr lang="en-US" sz="2200" dirty="0"/>
          </a:p>
        </p:txBody>
      </p:sp>
      <p:sp>
        <p:nvSpPr>
          <p:cNvPr id="418" name="s07-moe:4:417:rect"/>
          <p:cNvSpPr/>
          <p:nvPr/>
        </p:nvSpPr>
        <p:spPr>
          <a:xfrm>
            <a:off x="7360920" y="3429000"/>
            <a:ext cx="1280160" cy="54864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19" name="s07-moe:4:418:text"/>
          <p:cNvSpPr/>
          <p:nvPr/>
        </p:nvSpPr>
        <p:spPr>
          <a:xfrm>
            <a:off x="7434072" y="3474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Shared</a:t>
            </a:r>
            <a:endParaRPr lang="en-US" sz="1600" dirty="0"/>
          </a:p>
        </p:txBody>
      </p:sp>
      <p:sp>
        <p:nvSpPr>
          <p:cNvPr id="420" name="s07-moe:5:419:text"/>
          <p:cNvSpPr/>
          <p:nvPr/>
        </p:nvSpPr>
        <p:spPr>
          <a:xfrm>
            <a:off x="45720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× Expert FFN</a:t>
            </a:r>
            <a:endParaRPr lang="en-US" sz="1700" dirty="0"/>
          </a:p>
        </p:txBody>
      </p:sp>
      <p:sp>
        <p:nvSpPr>
          <p:cNvPr id="421" name="s07-moe:6:420:line"/>
          <p:cNvSpPr/>
          <p:nvPr/>
        </p:nvSpPr>
        <p:spPr>
          <a:xfrm>
            <a:off x="5760720" y="4352544"/>
            <a:ext cx="914" cy="9144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422" name="s07-moe:6:421:line"/>
          <p:cNvSpPr/>
          <p:nvPr/>
        </p:nvSpPr>
        <p:spPr>
          <a:xfrm>
            <a:off x="7955280" y="4023360"/>
            <a:ext cx="914" cy="36576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423" name="s07-moe:6:422:text"/>
          <p:cNvSpPr/>
          <p:nvPr/>
        </p:nvSpPr>
        <p:spPr>
          <a:xfrm>
            <a:off x="4572000" y="446227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αᵢ Expertᵢ(x) + Shared(x)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" dur="1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" dur="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8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9" dur="1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0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1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2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3" dur="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4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5" dur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6" dur="1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7" dur="1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8" dur="1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9" dur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0" dur="1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2" dur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4" dur="1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5" dur="1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7" dur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8" dur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9" dur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8" dur="1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2" dur="1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4" dur="1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5" dur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8" dur="1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0" dur="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3" dur="1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4" dur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7" dur="1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9" dur="1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0" dur="1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2" dur="1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5" dur="1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8" dur="1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9" dur="1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4" dur="1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7" dur="1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0" dur="1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3" dur="1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4" dur="1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9" dur="1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0" dur="1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2" dur="1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3" dur="1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5" dur="1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8" dur="1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9" dur="1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2" dur="1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4" dur="1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5" dur="1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7" dur="1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8" dur="1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0" dur="1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3" dur="1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4" dur="1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7" dur="1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9" dur="1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0" dur="1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2" dur="1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3" dur="1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4" dur="1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5" dur="1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7" dur="1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8" dur="1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9" dur="1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0" dur="1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2" dur="1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3" dur="1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4" dur="1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5" dur="1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7" dur="1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8" dur="1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9" dur="1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0" dur="1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2" dur="1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3" dur="1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4" dur="1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5" dur="1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7" dur="1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8" dur="1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9" dur="1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0" dur="1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2" dur="1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3" dur="1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4" dur="1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5" dur="1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7" dur="1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8" dur="1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9" dur="1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0" dur="1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2" dur="1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3" dur="1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4" dur="1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5" dur="1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7" dur="1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8" dur="1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9" dur="1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0" dur="1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2" dur="1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3" dur="1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4" dur="1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5" dur="1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7" dur="1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8" dur="1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9" dur="1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0" dur="1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2" dur="1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3" dur="1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4" dur="1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5" dur="1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7" dur="1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8" dur="1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9" dur="1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0" dur="1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2" dur="1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3" dur="1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4" dur="1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5" dur="1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7" dur="1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8" dur="1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9" dur="1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0" dur="1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2" dur="1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3" dur="1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4" dur="1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5" dur="1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6" dur="1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7" dur="1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8" dur="1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9" dur="1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0" dur="1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2" dur="1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3" dur="1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4" dur="1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5" dur="1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7" dur="1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8" dur="1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9" dur="1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0" dur="1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1" dur="1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2" dur="1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3" dur="1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4" dur="1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5" dur="1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6" dur="1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7" dur="1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8" dur="1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9" dur="1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0" dur="1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1" dur="1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2" dur="1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3" dur="1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4" dur="1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5" dur="1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6" dur="1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7" dur="1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8" dur="1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9" dur="1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0" dur="1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1" dur="1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2" dur="1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3" dur="1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4" dur="1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5" dur="1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6" dur="1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7" dur="1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8" dur="1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9" dur="1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0" dur="1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1" dur="1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2" dur="1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3" dur="1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4" dur="1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5" dur="1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6" dur="1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7" dur="1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8" dur="1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9" dur="1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0" dur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1" dur="1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2" dur="1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3" dur="1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4" dur="1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5" dur="1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6" dur="1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7" dur="1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8" dur="1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9" dur="1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0" dur="1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1" dur="1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2" dur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3" dur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4" dur="1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5" dur="1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6" dur="1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7" dur="1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8" dur="1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9" dur="1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0" dur="1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1" dur="1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2" dur="1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3" dur="1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4" dur="1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5" dur="1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6" dur="1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7" dur="1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8" dur="1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9" dur="1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0" dur="1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1" dur="1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2" dur="1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3" dur="1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4" dur="1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5" dur="1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6" dur="1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7" dur="1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8" dur="1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9" dur="1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0" dur="1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1" dur="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2" dur="1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3" dur="1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4" dur="1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5" dur="1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6" dur="1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7" dur="1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8" dur="1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9" dur="1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0" dur="1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1" dur="1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2" dur="1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3" dur="1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4" dur="1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5" dur="1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6" dur="1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7" dur="1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8" dur="1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9" dur="1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4" dur="1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5" dur="1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6" dur="1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7" dur="1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8" dur="1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9" dur="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4" dur="1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3" dur="1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4" dur="1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-swiglu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一.6 Expert 内部计算</a:t>
            </a:r>
            <a:endParaRPr lang="en-US" sz="1050" dirty="0"/>
          </a:p>
        </p:txBody>
      </p:sp>
      <p:sp>
        <p:nvSpPr>
          <p:cNvPr id="3" name="s08-swiglu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Expert：Gate、Up、Down 三个投影</a:t>
            </a:r>
            <a:endParaRPr lang="en-US" sz="2700" dirty="0"/>
          </a:p>
        </p:txBody>
      </p:sp>
      <p:sp>
        <p:nvSpPr>
          <p:cNvPr id="4" name="s08-swiglu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8-swiglu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8-swiglu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8-swiglu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8-swiglu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8-swiglu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8-swiglu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22</a:t>
            </a:r>
            <a:endParaRPr lang="en-US" sz="1050" dirty="0"/>
          </a:p>
        </p:txBody>
      </p:sp>
      <p:sp>
        <p:nvSpPr>
          <p:cNvPr id="11" name="s08-swiglu:0:10:rect"/>
          <p:cNvSpPr/>
          <p:nvPr/>
        </p:nvSpPr>
        <p:spPr>
          <a:xfrm>
            <a:off x="457200" y="2468880"/>
            <a:ext cx="1188720" cy="8229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08-swiglu:0:11:text"/>
          <p:cNvSpPr/>
          <p:nvPr/>
        </p:nvSpPr>
        <p:spPr>
          <a:xfrm>
            <a:off x="530352" y="25146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[1,5120]</a:t>
            </a:r>
            <a:endParaRPr lang="en-US" sz="1700" dirty="0"/>
          </a:p>
        </p:txBody>
      </p:sp>
      <p:sp>
        <p:nvSpPr>
          <p:cNvPr id="13" name="s08-swiglu:1:12:line"/>
          <p:cNvSpPr/>
          <p:nvPr/>
        </p:nvSpPr>
        <p:spPr>
          <a:xfrm flipV="1">
            <a:off x="1737360" y="2148840"/>
            <a:ext cx="685800" cy="6400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08-swiglu:1:13:line"/>
          <p:cNvSpPr/>
          <p:nvPr/>
        </p:nvSpPr>
        <p:spPr>
          <a:xfrm>
            <a:off x="1737360" y="2880360"/>
            <a:ext cx="685800" cy="6400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08-swiglu:1:14:rect"/>
          <p:cNvSpPr/>
          <p:nvPr/>
        </p:nvSpPr>
        <p:spPr>
          <a:xfrm>
            <a:off x="2514600" y="1783080"/>
            <a:ext cx="1828800" cy="7772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08-swiglu:1:15:text"/>
          <p:cNvSpPr/>
          <p:nvPr/>
        </p:nvSpPr>
        <p:spPr>
          <a:xfrm>
            <a:off x="2587752" y="1828800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5120 → 2304</a:t>
            </a:r>
            <a:endParaRPr lang="en-US" sz="1700" dirty="0"/>
          </a:p>
        </p:txBody>
      </p:sp>
      <p:sp>
        <p:nvSpPr>
          <p:cNvPr id="17" name="s08-swiglu:1:16:rect"/>
          <p:cNvSpPr/>
          <p:nvPr/>
        </p:nvSpPr>
        <p:spPr>
          <a:xfrm>
            <a:off x="2514600" y="3154680"/>
            <a:ext cx="1828800" cy="7772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08-swiglu:1:17:text"/>
          <p:cNvSpPr/>
          <p:nvPr/>
        </p:nvSpPr>
        <p:spPr>
          <a:xfrm>
            <a:off x="2587752" y="3200400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5120 → 2304</a:t>
            </a:r>
            <a:endParaRPr lang="en-US" sz="1700" dirty="0"/>
          </a:p>
        </p:txBody>
      </p:sp>
      <p:sp>
        <p:nvSpPr>
          <p:cNvPr id="19" name="s08-swiglu:2:18:rect"/>
          <p:cNvSpPr/>
          <p:nvPr/>
        </p:nvSpPr>
        <p:spPr>
          <a:xfrm>
            <a:off x="4572000" y="1847088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08-swiglu:2:19:text"/>
          <p:cNvSpPr/>
          <p:nvPr/>
        </p:nvSpPr>
        <p:spPr>
          <a:xfrm>
            <a:off x="4645152" y="1892808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SiLU</a:t>
            </a:r>
            <a:endParaRPr lang="en-US" sz="1800" dirty="0"/>
          </a:p>
        </p:txBody>
      </p:sp>
      <p:sp>
        <p:nvSpPr>
          <p:cNvPr id="21" name="s08-swiglu:2:20:line"/>
          <p:cNvSpPr/>
          <p:nvPr/>
        </p:nvSpPr>
        <p:spPr>
          <a:xfrm>
            <a:off x="4389120" y="2167128"/>
            <a:ext cx="137160" cy="91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2" name="s08-swiglu:2:21:line"/>
          <p:cNvSpPr/>
          <p:nvPr/>
        </p:nvSpPr>
        <p:spPr>
          <a:xfrm>
            <a:off x="5715000" y="2167128"/>
            <a:ext cx="548640" cy="66751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3" name="s08-swiglu:2:22:line"/>
          <p:cNvSpPr/>
          <p:nvPr/>
        </p:nvSpPr>
        <p:spPr>
          <a:xfrm flipV="1">
            <a:off x="4434840" y="2834640"/>
            <a:ext cx="1828800" cy="6858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4" name="s08-swiglu:2:23:rect"/>
          <p:cNvSpPr/>
          <p:nvPr/>
        </p:nvSpPr>
        <p:spPr>
          <a:xfrm>
            <a:off x="6309360" y="2560320"/>
            <a:ext cx="548640" cy="54864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5" name="s08-swiglu:2:24:text"/>
          <p:cNvSpPr/>
          <p:nvPr/>
        </p:nvSpPr>
        <p:spPr>
          <a:xfrm>
            <a:off x="6382512" y="260604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⊙</a:t>
            </a:r>
            <a:endParaRPr lang="en-US" sz="2600" dirty="0"/>
          </a:p>
        </p:txBody>
      </p:sp>
      <p:sp>
        <p:nvSpPr>
          <p:cNvPr id="26" name="s08-swiglu:2:25:text"/>
          <p:cNvSpPr/>
          <p:nvPr/>
        </p:nvSpPr>
        <p:spPr>
          <a:xfrm>
            <a:off x="598932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[1,2304]</a:t>
            </a:r>
            <a:endParaRPr lang="en-US" sz="1600" dirty="0"/>
          </a:p>
        </p:txBody>
      </p:sp>
      <p:sp>
        <p:nvSpPr>
          <p:cNvPr id="27" name="s08-swiglu:3:26:line"/>
          <p:cNvSpPr/>
          <p:nvPr/>
        </p:nvSpPr>
        <p:spPr>
          <a:xfrm>
            <a:off x="6903720" y="2834640"/>
            <a:ext cx="320040" cy="914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28" name="s08-swiglu:3:27:rect"/>
          <p:cNvSpPr/>
          <p:nvPr/>
        </p:nvSpPr>
        <p:spPr>
          <a:xfrm>
            <a:off x="7315200" y="2423160"/>
            <a:ext cx="1371600" cy="8229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08-swiglu:3:28:text"/>
          <p:cNvSpPr/>
          <p:nvPr/>
        </p:nvSpPr>
        <p:spPr>
          <a:xfrm>
            <a:off x="7388352" y="246888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2304 → 5120</a:t>
            </a:r>
            <a:endParaRPr lang="en-US" sz="1600" dirty="0"/>
          </a:p>
        </p:txBody>
      </p:sp>
      <p:sp>
        <p:nvSpPr>
          <p:cNvPr id="30" name="s08-swiglu:3:29:text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Linear；SiLU 与逐元素乘法无新增可学习参数，但仍有计算成本。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-engram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一.7 Engram</a:t>
            </a:r>
            <a:endParaRPr lang="en-US" sz="1050" dirty="0"/>
          </a:p>
        </p:txBody>
      </p:sp>
      <p:sp>
        <p:nvSpPr>
          <p:cNvPr id="3" name="s09-engram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Engram：按局部 token 组合查找条件记忆</a:t>
            </a:r>
            <a:endParaRPr lang="en-US" sz="2700" dirty="0"/>
          </a:p>
        </p:txBody>
      </p:sp>
      <p:sp>
        <p:nvSpPr>
          <p:cNvPr id="4" name="s09-engram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09-engram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09-engram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09-engram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09-engram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09-engram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09-engram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22</a:t>
            </a:r>
            <a:endParaRPr lang="en-US" sz="1050" dirty="0"/>
          </a:p>
        </p:txBody>
      </p:sp>
      <p:sp>
        <p:nvSpPr>
          <p:cNvPr id="11" name="s09-engram:1:10:rect"/>
          <p:cNvSpPr/>
          <p:nvPr/>
        </p:nvSpPr>
        <p:spPr>
          <a:xfrm>
            <a:off x="502920" y="2377440"/>
            <a:ext cx="1463040" cy="8229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09-engram:1:11:text"/>
          <p:cNvSpPr/>
          <p:nvPr/>
        </p:nvSpPr>
        <p:spPr>
          <a:xfrm>
            <a:off x="576072" y="242316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组合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N-gram</a:t>
            </a:r>
            <a:endParaRPr lang="en-US" sz="1800" dirty="0"/>
          </a:p>
        </p:txBody>
      </p:sp>
      <p:sp>
        <p:nvSpPr>
          <p:cNvPr id="13" name="s09-engram:1:12:line"/>
          <p:cNvSpPr/>
          <p:nvPr/>
        </p:nvSpPr>
        <p:spPr>
          <a:xfrm>
            <a:off x="2057400" y="2788920"/>
            <a:ext cx="365760" cy="91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09-engram:1:13:rect"/>
          <p:cNvSpPr/>
          <p:nvPr/>
        </p:nvSpPr>
        <p:spPr>
          <a:xfrm>
            <a:off x="2514600" y="2468880"/>
            <a:ext cx="105156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09-engram:1:14:text"/>
          <p:cNvSpPr/>
          <p:nvPr/>
        </p:nvSpPr>
        <p:spPr>
          <a:xfrm>
            <a:off x="2587752" y="2514600"/>
            <a:ext cx="905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Hash</a:t>
            </a:r>
            <a:endParaRPr lang="en-US" sz="2000" dirty="0"/>
          </a:p>
        </p:txBody>
      </p:sp>
      <p:sp>
        <p:nvSpPr>
          <p:cNvPr id="16" name="s09-engram:2:15:line"/>
          <p:cNvSpPr/>
          <p:nvPr/>
        </p:nvSpPr>
        <p:spPr>
          <a:xfrm>
            <a:off x="3657600" y="2788920"/>
            <a:ext cx="411480" cy="91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09-engram:2:16:rect"/>
          <p:cNvSpPr/>
          <p:nvPr/>
        </p:nvSpPr>
        <p:spPr>
          <a:xfrm>
            <a:off x="4206240" y="196596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" name="s09-engram:2:17:rect"/>
          <p:cNvSpPr/>
          <p:nvPr/>
        </p:nvSpPr>
        <p:spPr>
          <a:xfrm>
            <a:off x="4393692" y="196596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" name="s09-engram:2:18:rect"/>
          <p:cNvSpPr/>
          <p:nvPr/>
        </p:nvSpPr>
        <p:spPr>
          <a:xfrm>
            <a:off x="4581144" y="196596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" name="s09-engram:2:19:rect"/>
          <p:cNvSpPr/>
          <p:nvPr/>
        </p:nvSpPr>
        <p:spPr>
          <a:xfrm>
            <a:off x="4768596" y="196596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" name="s09-engram:2:20:rect"/>
          <p:cNvSpPr/>
          <p:nvPr/>
        </p:nvSpPr>
        <p:spPr>
          <a:xfrm>
            <a:off x="4956048" y="196596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" name="s09-engram:2:21:rect"/>
          <p:cNvSpPr/>
          <p:nvPr/>
        </p:nvSpPr>
        <p:spPr>
          <a:xfrm>
            <a:off x="5143500" y="196596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" name="s09-engram:2:22:rect"/>
          <p:cNvSpPr/>
          <p:nvPr/>
        </p:nvSpPr>
        <p:spPr>
          <a:xfrm>
            <a:off x="5330952" y="196596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" name="s09-engram:2:23:rect"/>
          <p:cNvSpPr/>
          <p:nvPr/>
        </p:nvSpPr>
        <p:spPr>
          <a:xfrm>
            <a:off x="5518404" y="196596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" name="s09-engram:2:24:rect"/>
          <p:cNvSpPr/>
          <p:nvPr/>
        </p:nvSpPr>
        <p:spPr>
          <a:xfrm>
            <a:off x="5705856" y="196596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" name="s09-engram:2:25:rect"/>
          <p:cNvSpPr/>
          <p:nvPr/>
        </p:nvSpPr>
        <p:spPr>
          <a:xfrm>
            <a:off x="5893308" y="196596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09-engram:2:26:rect"/>
          <p:cNvSpPr/>
          <p:nvPr/>
        </p:nvSpPr>
        <p:spPr>
          <a:xfrm>
            <a:off x="4206240" y="215341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" name="s09-engram:2:27:rect"/>
          <p:cNvSpPr/>
          <p:nvPr/>
        </p:nvSpPr>
        <p:spPr>
          <a:xfrm>
            <a:off x="4393692" y="215341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" name="s09-engram:2:28:rect"/>
          <p:cNvSpPr/>
          <p:nvPr/>
        </p:nvSpPr>
        <p:spPr>
          <a:xfrm>
            <a:off x="4581144" y="2153412"/>
            <a:ext cx="164592" cy="164592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30" name="s09-engram:2:29:rect"/>
          <p:cNvSpPr/>
          <p:nvPr/>
        </p:nvSpPr>
        <p:spPr>
          <a:xfrm>
            <a:off x="4768596" y="215341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" name="s09-engram:2:30:rect"/>
          <p:cNvSpPr/>
          <p:nvPr/>
        </p:nvSpPr>
        <p:spPr>
          <a:xfrm>
            <a:off x="4956048" y="215341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" name="s09-engram:2:31:rect"/>
          <p:cNvSpPr/>
          <p:nvPr/>
        </p:nvSpPr>
        <p:spPr>
          <a:xfrm>
            <a:off x="5143500" y="215341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" name="s09-engram:2:32:rect"/>
          <p:cNvSpPr/>
          <p:nvPr/>
        </p:nvSpPr>
        <p:spPr>
          <a:xfrm>
            <a:off x="5330952" y="215341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" name="s09-engram:2:33:rect"/>
          <p:cNvSpPr/>
          <p:nvPr/>
        </p:nvSpPr>
        <p:spPr>
          <a:xfrm>
            <a:off x="5518404" y="215341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" name="s09-engram:2:34:rect"/>
          <p:cNvSpPr/>
          <p:nvPr/>
        </p:nvSpPr>
        <p:spPr>
          <a:xfrm>
            <a:off x="5705856" y="215341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" name="s09-engram:2:35:rect"/>
          <p:cNvSpPr/>
          <p:nvPr/>
        </p:nvSpPr>
        <p:spPr>
          <a:xfrm>
            <a:off x="5893308" y="215341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" name="s09-engram:2:36:rect"/>
          <p:cNvSpPr/>
          <p:nvPr/>
        </p:nvSpPr>
        <p:spPr>
          <a:xfrm>
            <a:off x="4206240" y="234086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" name="s09-engram:2:37:rect"/>
          <p:cNvSpPr/>
          <p:nvPr/>
        </p:nvSpPr>
        <p:spPr>
          <a:xfrm>
            <a:off x="4393692" y="234086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" name="s09-engram:2:38:rect"/>
          <p:cNvSpPr/>
          <p:nvPr/>
        </p:nvSpPr>
        <p:spPr>
          <a:xfrm>
            <a:off x="4581144" y="234086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" name="s09-engram:2:39:rect"/>
          <p:cNvSpPr/>
          <p:nvPr/>
        </p:nvSpPr>
        <p:spPr>
          <a:xfrm>
            <a:off x="4768596" y="234086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" name="s09-engram:2:40:rect"/>
          <p:cNvSpPr/>
          <p:nvPr/>
        </p:nvSpPr>
        <p:spPr>
          <a:xfrm>
            <a:off x="4956048" y="234086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" name="s09-engram:2:41:rect"/>
          <p:cNvSpPr/>
          <p:nvPr/>
        </p:nvSpPr>
        <p:spPr>
          <a:xfrm>
            <a:off x="5143500" y="234086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" name="s09-engram:2:42:rect"/>
          <p:cNvSpPr/>
          <p:nvPr/>
        </p:nvSpPr>
        <p:spPr>
          <a:xfrm>
            <a:off x="5330952" y="234086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" name="s09-engram:2:43:rect"/>
          <p:cNvSpPr/>
          <p:nvPr/>
        </p:nvSpPr>
        <p:spPr>
          <a:xfrm>
            <a:off x="5518404" y="234086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" name="s09-engram:2:44:rect"/>
          <p:cNvSpPr/>
          <p:nvPr/>
        </p:nvSpPr>
        <p:spPr>
          <a:xfrm>
            <a:off x="5705856" y="234086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" name="s09-engram:2:45:rect"/>
          <p:cNvSpPr/>
          <p:nvPr/>
        </p:nvSpPr>
        <p:spPr>
          <a:xfrm>
            <a:off x="5893308" y="234086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" name="s09-engram:2:46:rect"/>
          <p:cNvSpPr/>
          <p:nvPr/>
        </p:nvSpPr>
        <p:spPr>
          <a:xfrm>
            <a:off x="4206240" y="2528316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" name="s09-engram:2:47:rect"/>
          <p:cNvSpPr/>
          <p:nvPr/>
        </p:nvSpPr>
        <p:spPr>
          <a:xfrm>
            <a:off x="4393692" y="2528316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" name="s09-engram:2:48:rect"/>
          <p:cNvSpPr/>
          <p:nvPr/>
        </p:nvSpPr>
        <p:spPr>
          <a:xfrm>
            <a:off x="4581144" y="2528316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" name="s09-engram:2:49:rect"/>
          <p:cNvSpPr/>
          <p:nvPr/>
        </p:nvSpPr>
        <p:spPr>
          <a:xfrm>
            <a:off x="4768596" y="2528316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" name="s09-engram:2:50:rect"/>
          <p:cNvSpPr/>
          <p:nvPr/>
        </p:nvSpPr>
        <p:spPr>
          <a:xfrm>
            <a:off x="4956048" y="2528316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" name="s09-engram:2:51:rect"/>
          <p:cNvSpPr/>
          <p:nvPr/>
        </p:nvSpPr>
        <p:spPr>
          <a:xfrm>
            <a:off x="5143500" y="2528316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" name="s09-engram:2:52:rect"/>
          <p:cNvSpPr/>
          <p:nvPr/>
        </p:nvSpPr>
        <p:spPr>
          <a:xfrm>
            <a:off x="5330952" y="2528316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" name="s09-engram:2:53:rect"/>
          <p:cNvSpPr/>
          <p:nvPr/>
        </p:nvSpPr>
        <p:spPr>
          <a:xfrm>
            <a:off x="5518404" y="2528316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" name="s09-engram:2:54:rect"/>
          <p:cNvSpPr/>
          <p:nvPr/>
        </p:nvSpPr>
        <p:spPr>
          <a:xfrm>
            <a:off x="5705856" y="2528316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" name="s09-engram:2:55:rect"/>
          <p:cNvSpPr/>
          <p:nvPr/>
        </p:nvSpPr>
        <p:spPr>
          <a:xfrm>
            <a:off x="5893308" y="2528316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" name="s09-engram:2:56:rect"/>
          <p:cNvSpPr/>
          <p:nvPr/>
        </p:nvSpPr>
        <p:spPr>
          <a:xfrm>
            <a:off x="4206240" y="2715768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" name="s09-engram:2:57:rect"/>
          <p:cNvSpPr/>
          <p:nvPr/>
        </p:nvSpPr>
        <p:spPr>
          <a:xfrm>
            <a:off x="4393692" y="2715768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" name="s09-engram:2:58:rect"/>
          <p:cNvSpPr/>
          <p:nvPr/>
        </p:nvSpPr>
        <p:spPr>
          <a:xfrm>
            <a:off x="4581144" y="2715768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" name="s09-engram:2:59:rect"/>
          <p:cNvSpPr/>
          <p:nvPr/>
        </p:nvSpPr>
        <p:spPr>
          <a:xfrm>
            <a:off x="4768596" y="2715768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" name="s09-engram:2:60:rect"/>
          <p:cNvSpPr/>
          <p:nvPr/>
        </p:nvSpPr>
        <p:spPr>
          <a:xfrm>
            <a:off x="4956048" y="2715768"/>
            <a:ext cx="164592" cy="164592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62" name="s09-engram:2:61:rect"/>
          <p:cNvSpPr/>
          <p:nvPr/>
        </p:nvSpPr>
        <p:spPr>
          <a:xfrm>
            <a:off x="5143500" y="2715768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" name="s09-engram:2:62:rect"/>
          <p:cNvSpPr/>
          <p:nvPr/>
        </p:nvSpPr>
        <p:spPr>
          <a:xfrm>
            <a:off x="5330952" y="2715768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" name="s09-engram:2:63:rect"/>
          <p:cNvSpPr/>
          <p:nvPr/>
        </p:nvSpPr>
        <p:spPr>
          <a:xfrm>
            <a:off x="5518404" y="2715768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" name="s09-engram:2:64:rect"/>
          <p:cNvSpPr/>
          <p:nvPr/>
        </p:nvSpPr>
        <p:spPr>
          <a:xfrm>
            <a:off x="5705856" y="2715768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" name="s09-engram:2:65:rect"/>
          <p:cNvSpPr/>
          <p:nvPr/>
        </p:nvSpPr>
        <p:spPr>
          <a:xfrm>
            <a:off x="5893308" y="2715768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" name="s09-engram:2:66:rect"/>
          <p:cNvSpPr/>
          <p:nvPr/>
        </p:nvSpPr>
        <p:spPr>
          <a:xfrm>
            <a:off x="4206240" y="290322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" name="s09-engram:2:67:rect"/>
          <p:cNvSpPr/>
          <p:nvPr/>
        </p:nvSpPr>
        <p:spPr>
          <a:xfrm>
            <a:off x="4393692" y="290322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" name="s09-engram:2:68:rect"/>
          <p:cNvSpPr/>
          <p:nvPr/>
        </p:nvSpPr>
        <p:spPr>
          <a:xfrm>
            <a:off x="4581144" y="290322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" name="s09-engram:2:69:rect"/>
          <p:cNvSpPr/>
          <p:nvPr/>
        </p:nvSpPr>
        <p:spPr>
          <a:xfrm>
            <a:off x="4768596" y="290322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" name="s09-engram:2:70:rect"/>
          <p:cNvSpPr/>
          <p:nvPr/>
        </p:nvSpPr>
        <p:spPr>
          <a:xfrm>
            <a:off x="4956048" y="290322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" name="s09-engram:2:71:rect"/>
          <p:cNvSpPr/>
          <p:nvPr/>
        </p:nvSpPr>
        <p:spPr>
          <a:xfrm>
            <a:off x="5143500" y="290322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" name="s09-engram:2:72:rect"/>
          <p:cNvSpPr/>
          <p:nvPr/>
        </p:nvSpPr>
        <p:spPr>
          <a:xfrm>
            <a:off x="5330952" y="290322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" name="s09-engram:2:73:rect"/>
          <p:cNvSpPr/>
          <p:nvPr/>
        </p:nvSpPr>
        <p:spPr>
          <a:xfrm>
            <a:off x="5518404" y="290322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" name="s09-engram:2:74:rect"/>
          <p:cNvSpPr/>
          <p:nvPr/>
        </p:nvSpPr>
        <p:spPr>
          <a:xfrm>
            <a:off x="5705856" y="290322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" name="s09-engram:2:75:rect"/>
          <p:cNvSpPr/>
          <p:nvPr/>
        </p:nvSpPr>
        <p:spPr>
          <a:xfrm>
            <a:off x="5893308" y="2903220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" name="s09-engram:2:76:rect"/>
          <p:cNvSpPr/>
          <p:nvPr/>
        </p:nvSpPr>
        <p:spPr>
          <a:xfrm>
            <a:off x="4206240" y="309067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" name="s09-engram:2:77:rect"/>
          <p:cNvSpPr/>
          <p:nvPr/>
        </p:nvSpPr>
        <p:spPr>
          <a:xfrm>
            <a:off x="4393692" y="309067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9" name="s09-engram:2:78:rect"/>
          <p:cNvSpPr/>
          <p:nvPr/>
        </p:nvSpPr>
        <p:spPr>
          <a:xfrm>
            <a:off x="4581144" y="309067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0" name="s09-engram:2:79:rect"/>
          <p:cNvSpPr/>
          <p:nvPr/>
        </p:nvSpPr>
        <p:spPr>
          <a:xfrm>
            <a:off x="4768596" y="309067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1" name="s09-engram:2:80:rect"/>
          <p:cNvSpPr/>
          <p:nvPr/>
        </p:nvSpPr>
        <p:spPr>
          <a:xfrm>
            <a:off x="4956048" y="309067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2" name="s09-engram:2:81:rect"/>
          <p:cNvSpPr/>
          <p:nvPr/>
        </p:nvSpPr>
        <p:spPr>
          <a:xfrm>
            <a:off x="5143500" y="309067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3" name="s09-engram:2:82:rect"/>
          <p:cNvSpPr/>
          <p:nvPr/>
        </p:nvSpPr>
        <p:spPr>
          <a:xfrm>
            <a:off x="5330952" y="3090672"/>
            <a:ext cx="164592" cy="164592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84" name="s09-engram:2:83:rect"/>
          <p:cNvSpPr/>
          <p:nvPr/>
        </p:nvSpPr>
        <p:spPr>
          <a:xfrm>
            <a:off x="5518404" y="309067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5" name="s09-engram:2:84:rect"/>
          <p:cNvSpPr/>
          <p:nvPr/>
        </p:nvSpPr>
        <p:spPr>
          <a:xfrm>
            <a:off x="5705856" y="309067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6" name="s09-engram:2:85:rect"/>
          <p:cNvSpPr/>
          <p:nvPr/>
        </p:nvSpPr>
        <p:spPr>
          <a:xfrm>
            <a:off x="5893308" y="3090672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7" name="s09-engram:2:86:rect"/>
          <p:cNvSpPr/>
          <p:nvPr/>
        </p:nvSpPr>
        <p:spPr>
          <a:xfrm>
            <a:off x="4206240" y="327812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8" name="s09-engram:2:87:rect"/>
          <p:cNvSpPr/>
          <p:nvPr/>
        </p:nvSpPr>
        <p:spPr>
          <a:xfrm>
            <a:off x="4393692" y="327812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9" name="s09-engram:2:88:rect"/>
          <p:cNvSpPr/>
          <p:nvPr/>
        </p:nvSpPr>
        <p:spPr>
          <a:xfrm>
            <a:off x="4581144" y="327812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0" name="s09-engram:2:89:rect"/>
          <p:cNvSpPr/>
          <p:nvPr/>
        </p:nvSpPr>
        <p:spPr>
          <a:xfrm>
            <a:off x="4768596" y="327812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1" name="s09-engram:2:90:rect"/>
          <p:cNvSpPr/>
          <p:nvPr/>
        </p:nvSpPr>
        <p:spPr>
          <a:xfrm>
            <a:off x="4956048" y="327812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2" name="s09-engram:2:91:rect"/>
          <p:cNvSpPr/>
          <p:nvPr/>
        </p:nvSpPr>
        <p:spPr>
          <a:xfrm>
            <a:off x="5143500" y="327812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3" name="s09-engram:2:92:rect"/>
          <p:cNvSpPr/>
          <p:nvPr/>
        </p:nvSpPr>
        <p:spPr>
          <a:xfrm>
            <a:off x="5330952" y="327812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4" name="s09-engram:2:93:rect"/>
          <p:cNvSpPr/>
          <p:nvPr/>
        </p:nvSpPr>
        <p:spPr>
          <a:xfrm>
            <a:off x="5518404" y="327812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5" name="s09-engram:2:94:rect"/>
          <p:cNvSpPr/>
          <p:nvPr/>
        </p:nvSpPr>
        <p:spPr>
          <a:xfrm>
            <a:off x="5705856" y="327812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6" name="s09-engram:2:95:rect"/>
          <p:cNvSpPr/>
          <p:nvPr/>
        </p:nvSpPr>
        <p:spPr>
          <a:xfrm>
            <a:off x="5893308" y="3278124"/>
            <a:ext cx="164592" cy="164592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7" name="s09-engram:2:96:text"/>
          <p:cNvSpPr/>
          <p:nvPr/>
        </p:nvSpPr>
        <p:spPr>
          <a:xfrm>
            <a:off x="4023360" y="3767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 Embedding Table</a:t>
            </a:r>
            <a:endParaRPr lang="en-US" sz="1700" dirty="0"/>
          </a:p>
        </p:txBody>
      </p:sp>
      <p:sp>
        <p:nvSpPr>
          <p:cNvPr id="98" name="s09-engram:3:97:line"/>
          <p:cNvSpPr/>
          <p:nvPr/>
        </p:nvSpPr>
        <p:spPr>
          <a:xfrm>
            <a:off x="6217920" y="2788920"/>
            <a:ext cx="502920" cy="914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99" name="s09-engram:3:98:rect"/>
          <p:cNvSpPr/>
          <p:nvPr/>
        </p:nvSpPr>
        <p:spPr>
          <a:xfrm>
            <a:off x="6812280" y="2377440"/>
            <a:ext cx="1828800" cy="82296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100" name="s09-engram:3:99:text"/>
          <p:cNvSpPr/>
          <p:nvPr/>
        </p:nvSpPr>
        <p:spPr>
          <a:xfrm>
            <a:off x="6885432" y="242316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读取少量记忆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参与后续处理</a:t>
            </a:r>
            <a:endParaRPr lang="en-US" sz="1700" dirty="0"/>
          </a:p>
        </p:txBody>
      </p:sp>
      <p:sp>
        <p:nvSpPr>
          <p:cNvPr id="101" name="s09-engram:3:100:text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放置于 Encoder 第 1、14 层；图示为检索直觉，不是完整 Engram 内部实现。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8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9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0" dur="1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1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2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3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4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5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6" dur="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7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8" dur="1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9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0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1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2" dur="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3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4" dur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5" dur="1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-expert_params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二.1 一个 Expert</a:t>
            </a:r>
            <a:endParaRPr lang="en-US" sz="1050" dirty="0"/>
          </a:p>
        </p:txBody>
      </p:sp>
      <p:sp>
        <p:nvSpPr>
          <p:cNvPr id="3" name="s10-expert_params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从矩阵形状数参数：一个 Expert 约 3540 万</a:t>
            </a:r>
            <a:endParaRPr lang="en-US" sz="2700" dirty="0"/>
          </a:p>
        </p:txBody>
      </p:sp>
      <p:sp>
        <p:nvSpPr>
          <p:cNvPr id="4" name="s10-expert_params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0-expert_params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0-expert_params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0-expert_params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0-expert_params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0-expert_params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0-expert_params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22</a:t>
            </a:r>
            <a:endParaRPr lang="en-US" sz="1050" dirty="0"/>
          </a:p>
        </p:txBody>
      </p:sp>
      <p:sp>
        <p:nvSpPr>
          <p:cNvPr id="11" name="s10-expert_params:1:10:rect"/>
          <p:cNvSpPr/>
          <p:nvPr/>
        </p:nvSpPr>
        <p:spPr>
          <a:xfrm>
            <a:off x="640080" y="1600200"/>
            <a:ext cx="2011680" cy="4572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10-expert_params:1:11:text"/>
          <p:cNvSpPr/>
          <p:nvPr/>
        </p:nvSpPr>
        <p:spPr>
          <a:xfrm>
            <a:off x="713232" y="16459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</a:t>
            </a:r>
            <a:endParaRPr lang="en-US" sz="1900" dirty="0"/>
          </a:p>
        </p:txBody>
      </p:sp>
      <p:sp>
        <p:nvSpPr>
          <p:cNvPr id="13" name="s10-expert_params:1:12:rect"/>
          <p:cNvSpPr/>
          <p:nvPr/>
        </p:nvSpPr>
        <p:spPr>
          <a:xfrm>
            <a:off x="731520" y="2286000"/>
            <a:ext cx="1828800" cy="6858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10-expert_params:1:13:text"/>
          <p:cNvSpPr/>
          <p:nvPr/>
        </p:nvSpPr>
        <p:spPr>
          <a:xfrm>
            <a:off x="64008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[5120,2304]</a:t>
            </a:r>
            <a:endParaRPr lang="en-US" sz="1800" dirty="0"/>
          </a:p>
        </p:txBody>
      </p:sp>
      <p:sp>
        <p:nvSpPr>
          <p:cNvPr id="15" name="s10-expert_params:1:14:text"/>
          <p:cNvSpPr/>
          <p:nvPr/>
        </p:nvSpPr>
        <p:spPr>
          <a:xfrm>
            <a:off x="54864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11,796,480</a:t>
            </a:r>
            <a:endParaRPr lang="en-US" sz="2000" dirty="0"/>
          </a:p>
        </p:txBody>
      </p:sp>
      <p:sp>
        <p:nvSpPr>
          <p:cNvPr id="16" name="s10-expert_params:2:15:rect"/>
          <p:cNvSpPr/>
          <p:nvPr/>
        </p:nvSpPr>
        <p:spPr>
          <a:xfrm>
            <a:off x="3520440" y="1600200"/>
            <a:ext cx="2011680" cy="4572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10-expert_params:2:16:text"/>
          <p:cNvSpPr/>
          <p:nvPr/>
        </p:nvSpPr>
        <p:spPr>
          <a:xfrm>
            <a:off x="3593592" y="16459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</a:t>
            </a:r>
            <a:endParaRPr lang="en-US" sz="1900" dirty="0"/>
          </a:p>
        </p:txBody>
      </p:sp>
      <p:sp>
        <p:nvSpPr>
          <p:cNvPr id="18" name="s10-expert_params:2:17:rect"/>
          <p:cNvSpPr/>
          <p:nvPr/>
        </p:nvSpPr>
        <p:spPr>
          <a:xfrm>
            <a:off x="3611880" y="2286000"/>
            <a:ext cx="1828800" cy="6858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10-expert_params:2:18:text"/>
          <p:cNvSpPr/>
          <p:nvPr/>
        </p:nvSpPr>
        <p:spPr>
          <a:xfrm>
            <a:off x="352044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[5120,2304]</a:t>
            </a:r>
            <a:endParaRPr lang="en-US" sz="1800" dirty="0"/>
          </a:p>
        </p:txBody>
      </p:sp>
      <p:sp>
        <p:nvSpPr>
          <p:cNvPr id="20" name="s10-expert_params:2:19:text"/>
          <p:cNvSpPr/>
          <p:nvPr/>
        </p:nvSpPr>
        <p:spPr>
          <a:xfrm>
            <a:off x="342900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11,796,480</a:t>
            </a:r>
            <a:endParaRPr lang="en-US" sz="2000" dirty="0"/>
          </a:p>
        </p:txBody>
      </p:sp>
      <p:sp>
        <p:nvSpPr>
          <p:cNvPr id="21" name="s10-expert_params:2:20:rect"/>
          <p:cNvSpPr/>
          <p:nvPr/>
        </p:nvSpPr>
        <p:spPr>
          <a:xfrm>
            <a:off x="6400800" y="1600200"/>
            <a:ext cx="2011680" cy="4572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10-expert_params:2:21:text"/>
          <p:cNvSpPr/>
          <p:nvPr/>
        </p:nvSpPr>
        <p:spPr>
          <a:xfrm>
            <a:off x="6473952" y="16459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</a:t>
            </a:r>
            <a:endParaRPr lang="en-US" sz="1900" dirty="0"/>
          </a:p>
        </p:txBody>
      </p:sp>
      <p:sp>
        <p:nvSpPr>
          <p:cNvPr id="23" name="s10-expert_params:2:22:rect"/>
          <p:cNvSpPr/>
          <p:nvPr/>
        </p:nvSpPr>
        <p:spPr>
          <a:xfrm>
            <a:off x="6492240" y="2286000"/>
            <a:ext cx="1005840" cy="10972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10-expert_params:2:23:text"/>
          <p:cNvSpPr/>
          <p:nvPr/>
        </p:nvSpPr>
        <p:spPr>
          <a:xfrm>
            <a:off x="640080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[2304,5120]</a:t>
            </a:r>
            <a:endParaRPr lang="en-US" sz="1800" dirty="0"/>
          </a:p>
        </p:txBody>
      </p:sp>
      <p:sp>
        <p:nvSpPr>
          <p:cNvPr id="25" name="s10-expert_params:2:24:text"/>
          <p:cNvSpPr/>
          <p:nvPr/>
        </p:nvSpPr>
        <p:spPr>
          <a:xfrm>
            <a:off x="6309360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11,796,480</a:t>
            </a:r>
            <a:endParaRPr lang="en-US" sz="2000" dirty="0"/>
          </a:p>
        </p:txBody>
      </p:sp>
      <p:sp>
        <p:nvSpPr>
          <p:cNvPr id="26" name="s10-expert_params:3:25:text"/>
          <p:cNvSpPr/>
          <p:nvPr/>
        </p:nvSpPr>
        <p:spPr>
          <a:xfrm>
            <a:off x="548640" y="44074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P(Expert) = 3 × 5120 × 2304 = 35,389,440</a:t>
            </a:r>
            <a:endParaRPr lang="en-US" sz="2200" dirty="0"/>
          </a:p>
        </p:txBody>
      </p:sp>
      <p:sp>
        <p:nvSpPr>
          <p:cNvPr id="27" name="s10-expert_params:3:26:text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Linear 均无加性 Bias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-active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二.2–3 Total vs Active</a:t>
            </a:r>
            <a:endParaRPr lang="en-US" sz="1050" dirty="0"/>
          </a:p>
        </p:txBody>
      </p:sp>
      <p:sp>
        <p:nvSpPr>
          <p:cNvPr id="3" name="s11-active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385 个专家，每个 token 使用其中 7 个</a:t>
            </a:r>
            <a:endParaRPr lang="en-US" sz="2700" dirty="0"/>
          </a:p>
        </p:txBody>
      </p:sp>
      <p:sp>
        <p:nvSpPr>
          <p:cNvPr id="4" name="s11-active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1-active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1-active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1-active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1-active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1-active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1-active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22</a:t>
            </a:r>
            <a:endParaRPr lang="en-US" sz="1050" dirty="0"/>
          </a:p>
        </p:txBody>
      </p:sp>
      <p:sp>
        <p:nvSpPr>
          <p:cNvPr id="11" name="s11-active:0:10:text"/>
          <p:cNvSpPr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 Parameters</a:t>
            </a:r>
            <a:endParaRPr lang="en-US" sz="2300" dirty="0"/>
          </a:p>
        </p:txBody>
      </p:sp>
      <p:sp>
        <p:nvSpPr>
          <p:cNvPr id="12" name="s11-active:0:11:text"/>
          <p:cNvSpPr/>
          <p:nvPr/>
        </p:nvSpPr>
        <p:spPr>
          <a:xfrm>
            <a:off x="45720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Parameters / Token</a:t>
            </a:r>
            <a:endParaRPr lang="en-US" sz="2300" dirty="0"/>
          </a:p>
        </p:txBody>
      </p:sp>
      <p:sp>
        <p:nvSpPr>
          <p:cNvPr id="13" name="s11-active:1:12:rect"/>
          <p:cNvSpPr/>
          <p:nvPr/>
        </p:nvSpPr>
        <p:spPr>
          <a:xfrm>
            <a:off x="594360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" name="s11-active:1:13:rect"/>
          <p:cNvSpPr/>
          <p:nvPr/>
        </p:nvSpPr>
        <p:spPr>
          <a:xfrm>
            <a:off x="681228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" name="s11-active:1:14:rect"/>
          <p:cNvSpPr/>
          <p:nvPr/>
        </p:nvSpPr>
        <p:spPr>
          <a:xfrm>
            <a:off x="768096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" name="s11-active:1:15:rect"/>
          <p:cNvSpPr/>
          <p:nvPr/>
        </p:nvSpPr>
        <p:spPr>
          <a:xfrm>
            <a:off x="854964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" name="s11-active:1:16:rect"/>
          <p:cNvSpPr/>
          <p:nvPr/>
        </p:nvSpPr>
        <p:spPr>
          <a:xfrm>
            <a:off x="941832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" name="s11-active:1:17:rect"/>
          <p:cNvSpPr/>
          <p:nvPr/>
        </p:nvSpPr>
        <p:spPr>
          <a:xfrm>
            <a:off x="1028700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" name="s11-active:1:18:rect"/>
          <p:cNvSpPr/>
          <p:nvPr/>
        </p:nvSpPr>
        <p:spPr>
          <a:xfrm>
            <a:off x="1115568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" name="s11-active:1:19:rect"/>
          <p:cNvSpPr/>
          <p:nvPr/>
        </p:nvSpPr>
        <p:spPr>
          <a:xfrm>
            <a:off x="1202436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" name="s11-active:1:20:rect"/>
          <p:cNvSpPr/>
          <p:nvPr/>
        </p:nvSpPr>
        <p:spPr>
          <a:xfrm>
            <a:off x="1289304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" name="s11-active:1:21:rect"/>
          <p:cNvSpPr/>
          <p:nvPr/>
        </p:nvSpPr>
        <p:spPr>
          <a:xfrm>
            <a:off x="1376172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" name="s11-active:1:22:rect"/>
          <p:cNvSpPr/>
          <p:nvPr/>
        </p:nvSpPr>
        <p:spPr>
          <a:xfrm>
            <a:off x="1463040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" name="s11-active:1:23:rect"/>
          <p:cNvSpPr/>
          <p:nvPr/>
        </p:nvSpPr>
        <p:spPr>
          <a:xfrm>
            <a:off x="1549908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" name="s11-active:1:24:rect"/>
          <p:cNvSpPr/>
          <p:nvPr/>
        </p:nvSpPr>
        <p:spPr>
          <a:xfrm>
            <a:off x="1636776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" name="s11-active:1:25:rect"/>
          <p:cNvSpPr/>
          <p:nvPr/>
        </p:nvSpPr>
        <p:spPr>
          <a:xfrm>
            <a:off x="1723644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" name="s11-active:1:26:rect"/>
          <p:cNvSpPr/>
          <p:nvPr/>
        </p:nvSpPr>
        <p:spPr>
          <a:xfrm>
            <a:off x="1810512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" name="s11-active:1:27:rect"/>
          <p:cNvSpPr/>
          <p:nvPr/>
        </p:nvSpPr>
        <p:spPr>
          <a:xfrm>
            <a:off x="1897380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" name="s11-active:1:28:rect"/>
          <p:cNvSpPr/>
          <p:nvPr/>
        </p:nvSpPr>
        <p:spPr>
          <a:xfrm>
            <a:off x="1984248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" name="s11-active:1:29:rect"/>
          <p:cNvSpPr/>
          <p:nvPr/>
        </p:nvSpPr>
        <p:spPr>
          <a:xfrm>
            <a:off x="2071116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" name="s11-active:1:30:rect"/>
          <p:cNvSpPr/>
          <p:nvPr/>
        </p:nvSpPr>
        <p:spPr>
          <a:xfrm>
            <a:off x="2157984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" name="s11-active:1:31:rect"/>
          <p:cNvSpPr/>
          <p:nvPr/>
        </p:nvSpPr>
        <p:spPr>
          <a:xfrm>
            <a:off x="2244852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" name="s11-active:1:32:rect"/>
          <p:cNvSpPr/>
          <p:nvPr/>
        </p:nvSpPr>
        <p:spPr>
          <a:xfrm>
            <a:off x="2331720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" name="s11-active:1:33:rect"/>
          <p:cNvSpPr/>
          <p:nvPr/>
        </p:nvSpPr>
        <p:spPr>
          <a:xfrm>
            <a:off x="2418588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" name="s11-active:1:34:rect"/>
          <p:cNvSpPr/>
          <p:nvPr/>
        </p:nvSpPr>
        <p:spPr>
          <a:xfrm>
            <a:off x="2505456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" name="s11-active:1:35:rect"/>
          <p:cNvSpPr/>
          <p:nvPr/>
        </p:nvSpPr>
        <p:spPr>
          <a:xfrm>
            <a:off x="2592324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" name="s11-active:1:36:rect"/>
          <p:cNvSpPr/>
          <p:nvPr/>
        </p:nvSpPr>
        <p:spPr>
          <a:xfrm>
            <a:off x="594360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" name="s11-active:1:37:rect"/>
          <p:cNvSpPr/>
          <p:nvPr/>
        </p:nvSpPr>
        <p:spPr>
          <a:xfrm>
            <a:off x="681228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" name="s11-active:1:38:rect"/>
          <p:cNvSpPr/>
          <p:nvPr/>
        </p:nvSpPr>
        <p:spPr>
          <a:xfrm>
            <a:off x="768096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" name="s11-active:1:39:rect"/>
          <p:cNvSpPr/>
          <p:nvPr/>
        </p:nvSpPr>
        <p:spPr>
          <a:xfrm>
            <a:off x="854964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" name="s11-active:1:40:rect"/>
          <p:cNvSpPr/>
          <p:nvPr/>
        </p:nvSpPr>
        <p:spPr>
          <a:xfrm>
            <a:off x="941832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" name="s11-active:1:41:rect"/>
          <p:cNvSpPr/>
          <p:nvPr/>
        </p:nvSpPr>
        <p:spPr>
          <a:xfrm>
            <a:off x="1028700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" name="s11-active:1:42:rect"/>
          <p:cNvSpPr/>
          <p:nvPr/>
        </p:nvSpPr>
        <p:spPr>
          <a:xfrm>
            <a:off x="1115568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" name="s11-active:1:43:rect"/>
          <p:cNvSpPr/>
          <p:nvPr/>
        </p:nvSpPr>
        <p:spPr>
          <a:xfrm>
            <a:off x="1202436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" name="s11-active:1:44:rect"/>
          <p:cNvSpPr/>
          <p:nvPr/>
        </p:nvSpPr>
        <p:spPr>
          <a:xfrm>
            <a:off x="1289304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" name="s11-active:1:45:rect"/>
          <p:cNvSpPr/>
          <p:nvPr/>
        </p:nvSpPr>
        <p:spPr>
          <a:xfrm>
            <a:off x="1376172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" name="s11-active:1:46:rect"/>
          <p:cNvSpPr/>
          <p:nvPr/>
        </p:nvSpPr>
        <p:spPr>
          <a:xfrm>
            <a:off x="1463040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" name="s11-active:1:47:rect"/>
          <p:cNvSpPr/>
          <p:nvPr/>
        </p:nvSpPr>
        <p:spPr>
          <a:xfrm>
            <a:off x="1549908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" name="s11-active:1:48:rect"/>
          <p:cNvSpPr/>
          <p:nvPr/>
        </p:nvSpPr>
        <p:spPr>
          <a:xfrm>
            <a:off x="1636776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" name="s11-active:1:49:rect"/>
          <p:cNvSpPr/>
          <p:nvPr/>
        </p:nvSpPr>
        <p:spPr>
          <a:xfrm>
            <a:off x="1723644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" name="s11-active:1:50:rect"/>
          <p:cNvSpPr/>
          <p:nvPr/>
        </p:nvSpPr>
        <p:spPr>
          <a:xfrm>
            <a:off x="1810512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" name="s11-active:1:51:rect"/>
          <p:cNvSpPr/>
          <p:nvPr/>
        </p:nvSpPr>
        <p:spPr>
          <a:xfrm>
            <a:off x="1897380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" name="s11-active:1:52:rect"/>
          <p:cNvSpPr/>
          <p:nvPr/>
        </p:nvSpPr>
        <p:spPr>
          <a:xfrm>
            <a:off x="1984248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" name="s11-active:1:53:rect"/>
          <p:cNvSpPr/>
          <p:nvPr/>
        </p:nvSpPr>
        <p:spPr>
          <a:xfrm>
            <a:off x="2071116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" name="s11-active:1:54:rect"/>
          <p:cNvSpPr/>
          <p:nvPr/>
        </p:nvSpPr>
        <p:spPr>
          <a:xfrm>
            <a:off x="2157984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" name="s11-active:1:55:rect"/>
          <p:cNvSpPr/>
          <p:nvPr/>
        </p:nvSpPr>
        <p:spPr>
          <a:xfrm>
            <a:off x="2244852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" name="s11-active:1:56:rect"/>
          <p:cNvSpPr/>
          <p:nvPr/>
        </p:nvSpPr>
        <p:spPr>
          <a:xfrm>
            <a:off x="2331720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" name="s11-active:1:57:rect"/>
          <p:cNvSpPr/>
          <p:nvPr/>
        </p:nvSpPr>
        <p:spPr>
          <a:xfrm>
            <a:off x="2418588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" name="s11-active:1:58:rect"/>
          <p:cNvSpPr/>
          <p:nvPr/>
        </p:nvSpPr>
        <p:spPr>
          <a:xfrm>
            <a:off x="2505456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" name="s11-active:1:59:rect"/>
          <p:cNvSpPr/>
          <p:nvPr/>
        </p:nvSpPr>
        <p:spPr>
          <a:xfrm>
            <a:off x="2592324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" name="s11-active:1:60:rect"/>
          <p:cNvSpPr/>
          <p:nvPr/>
        </p:nvSpPr>
        <p:spPr>
          <a:xfrm>
            <a:off x="594360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" name="s11-active:1:61:rect"/>
          <p:cNvSpPr/>
          <p:nvPr/>
        </p:nvSpPr>
        <p:spPr>
          <a:xfrm>
            <a:off x="681228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" name="s11-active:1:62:rect"/>
          <p:cNvSpPr/>
          <p:nvPr/>
        </p:nvSpPr>
        <p:spPr>
          <a:xfrm>
            <a:off x="768096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" name="s11-active:1:63:rect"/>
          <p:cNvSpPr/>
          <p:nvPr/>
        </p:nvSpPr>
        <p:spPr>
          <a:xfrm>
            <a:off x="854964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" name="s11-active:1:64:rect"/>
          <p:cNvSpPr/>
          <p:nvPr/>
        </p:nvSpPr>
        <p:spPr>
          <a:xfrm>
            <a:off x="941832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" name="s11-active:1:65:rect"/>
          <p:cNvSpPr/>
          <p:nvPr/>
        </p:nvSpPr>
        <p:spPr>
          <a:xfrm>
            <a:off x="1028700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" name="s11-active:1:66:rect"/>
          <p:cNvSpPr/>
          <p:nvPr/>
        </p:nvSpPr>
        <p:spPr>
          <a:xfrm>
            <a:off x="1115568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" name="s11-active:1:67:rect"/>
          <p:cNvSpPr/>
          <p:nvPr/>
        </p:nvSpPr>
        <p:spPr>
          <a:xfrm>
            <a:off x="1202436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" name="s11-active:1:68:rect"/>
          <p:cNvSpPr/>
          <p:nvPr/>
        </p:nvSpPr>
        <p:spPr>
          <a:xfrm>
            <a:off x="1289304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" name="s11-active:1:69:rect"/>
          <p:cNvSpPr/>
          <p:nvPr/>
        </p:nvSpPr>
        <p:spPr>
          <a:xfrm>
            <a:off x="1376172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" name="s11-active:1:70:rect"/>
          <p:cNvSpPr/>
          <p:nvPr/>
        </p:nvSpPr>
        <p:spPr>
          <a:xfrm>
            <a:off x="1463040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" name="s11-active:1:71:rect"/>
          <p:cNvSpPr/>
          <p:nvPr/>
        </p:nvSpPr>
        <p:spPr>
          <a:xfrm>
            <a:off x="1549908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" name="s11-active:1:72:rect"/>
          <p:cNvSpPr/>
          <p:nvPr/>
        </p:nvSpPr>
        <p:spPr>
          <a:xfrm>
            <a:off x="1636776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" name="s11-active:1:73:rect"/>
          <p:cNvSpPr/>
          <p:nvPr/>
        </p:nvSpPr>
        <p:spPr>
          <a:xfrm>
            <a:off x="1723644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" name="s11-active:1:74:rect"/>
          <p:cNvSpPr/>
          <p:nvPr/>
        </p:nvSpPr>
        <p:spPr>
          <a:xfrm>
            <a:off x="1810512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" name="s11-active:1:75:rect"/>
          <p:cNvSpPr/>
          <p:nvPr/>
        </p:nvSpPr>
        <p:spPr>
          <a:xfrm>
            <a:off x="1897380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" name="s11-active:1:76:rect"/>
          <p:cNvSpPr/>
          <p:nvPr/>
        </p:nvSpPr>
        <p:spPr>
          <a:xfrm>
            <a:off x="1984248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" name="s11-active:1:77:rect"/>
          <p:cNvSpPr/>
          <p:nvPr/>
        </p:nvSpPr>
        <p:spPr>
          <a:xfrm>
            <a:off x="2071116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9" name="s11-active:1:78:rect"/>
          <p:cNvSpPr/>
          <p:nvPr/>
        </p:nvSpPr>
        <p:spPr>
          <a:xfrm>
            <a:off x="2157984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0" name="s11-active:1:79:rect"/>
          <p:cNvSpPr/>
          <p:nvPr/>
        </p:nvSpPr>
        <p:spPr>
          <a:xfrm>
            <a:off x="2244852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1" name="s11-active:1:80:rect"/>
          <p:cNvSpPr/>
          <p:nvPr/>
        </p:nvSpPr>
        <p:spPr>
          <a:xfrm>
            <a:off x="2331720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2" name="s11-active:1:81:rect"/>
          <p:cNvSpPr/>
          <p:nvPr/>
        </p:nvSpPr>
        <p:spPr>
          <a:xfrm>
            <a:off x="2418588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3" name="s11-active:1:82:rect"/>
          <p:cNvSpPr/>
          <p:nvPr/>
        </p:nvSpPr>
        <p:spPr>
          <a:xfrm>
            <a:off x="2505456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4" name="s11-active:1:83:rect"/>
          <p:cNvSpPr/>
          <p:nvPr/>
        </p:nvSpPr>
        <p:spPr>
          <a:xfrm>
            <a:off x="2592324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5" name="s11-active:1:84:rect"/>
          <p:cNvSpPr/>
          <p:nvPr/>
        </p:nvSpPr>
        <p:spPr>
          <a:xfrm>
            <a:off x="594360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6" name="s11-active:1:85:rect"/>
          <p:cNvSpPr/>
          <p:nvPr/>
        </p:nvSpPr>
        <p:spPr>
          <a:xfrm>
            <a:off x="681228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7" name="s11-active:1:86:rect"/>
          <p:cNvSpPr/>
          <p:nvPr/>
        </p:nvSpPr>
        <p:spPr>
          <a:xfrm>
            <a:off x="768096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8" name="s11-active:1:87:rect"/>
          <p:cNvSpPr/>
          <p:nvPr/>
        </p:nvSpPr>
        <p:spPr>
          <a:xfrm>
            <a:off x="854964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89" name="s11-active:1:88:rect"/>
          <p:cNvSpPr/>
          <p:nvPr/>
        </p:nvSpPr>
        <p:spPr>
          <a:xfrm>
            <a:off x="941832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0" name="s11-active:1:89:rect"/>
          <p:cNvSpPr/>
          <p:nvPr/>
        </p:nvSpPr>
        <p:spPr>
          <a:xfrm>
            <a:off x="1028700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1" name="s11-active:1:90:rect"/>
          <p:cNvSpPr/>
          <p:nvPr/>
        </p:nvSpPr>
        <p:spPr>
          <a:xfrm>
            <a:off x="1115568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2" name="s11-active:1:91:rect"/>
          <p:cNvSpPr/>
          <p:nvPr/>
        </p:nvSpPr>
        <p:spPr>
          <a:xfrm>
            <a:off x="1202436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3" name="s11-active:1:92:rect"/>
          <p:cNvSpPr/>
          <p:nvPr/>
        </p:nvSpPr>
        <p:spPr>
          <a:xfrm>
            <a:off x="1289304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4" name="s11-active:1:93:rect"/>
          <p:cNvSpPr/>
          <p:nvPr/>
        </p:nvSpPr>
        <p:spPr>
          <a:xfrm>
            <a:off x="1376172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5" name="s11-active:1:94:rect"/>
          <p:cNvSpPr/>
          <p:nvPr/>
        </p:nvSpPr>
        <p:spPr>
          <a:xfrm>
            <a:off x="1463040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6" name="s11-active:1:95:rect"/>
          <p:cNvSpPr/>
          <p:nvPr/>
        </p:nvSpPr>
        <p:spPr>
          <a:xfrm>
            <a:off x="1549908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7" name="s11-active:1:96:rect"/>
          <p:cNvSpPr/>
          <p:nvPr/>
        </p:nvSpPr>
        <p:spPr>
          <a:xfrm>
            <a:off x="1636776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8" name="s11-active:1:97:rect"/>
          <p:cNvSpPr/>
          <p:nvPr/>
        </p:nvSpPr>
        <p:spPr>
          <a:xfrm>
            <a:off x="1723644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99" name="s11-active:1:98:rect"/>
          <p:cNvSpPr/>
          <p:nvPr/>
        </p:nvSpPr>
        <p:spPr>
          <a:xfrm>
            <a:off x="1810512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0" name="s11-active:1:99:rect"/>
          <p:cNvSpPr/>
          <p:nvPr/>
        </p:nvSpPr>
        <p:spPr>
          <a:xfrm>
            <a:off x="1897380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1" name="s11-active:1:100:rect"/>
          <p:cNvSpPr/>
          <p:nvPr/>
        </p:nvSpPr>
        <p:spPr>
          <a:xfrm>
            <a:off x="1984248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2" name="s11-active:1:101:rect"/>
          <p:cNvSpPr/>
          <p:nvPr/>
        </p:nvSpPr>
        <p:spPr>
          <a:xfrm>
            <a:off x="2071116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3" name="s11-active:1:102:rect"/>
          <p:cNvSpPr/>
          <p:nvPr/>
        </p:nvSpPr>
        <p:spPr>
          <a:xfrm>
            <a:off x="2157984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4" name="s11-active:1:103:rect"/>
          <p:cNvSpPr/>
          <p:nvPr/>
        </p:nvSpPr>
        <p:spPr>
          <a:xfrm>
            <a:off x="2244852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5" name="s11-active:1:104:rect"/>
          <p:cNvSpPr/>
          <p:nvPr/>
        </p:nvSpPr>
        <p:spPr>
          <a:xfrm>
            <a:off x="2331720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6" name="s11-active:1:105:rect"/>
          <p:cNvSpPr/>
          <p:nvPr/>
        </p:nvSpPr>
        <p:spPr>
          <a:xfrm>
            <a:off x="2418588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7" name="s11-active:1:106:rect"/>
          <p:cNvSpPr/>
          <p:nvPr/>
        </p:nvSpPr>
        <p:spPr>
          <a:xfrm>
            <a:off x="2505456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8" name="s11-active:1:107:rect"/>
          <p:cNvSpPr/>
          <p:nvPr/>
        </p:nvSpPr>
        <p:spPr>
          <a:xfrm>
            <a:off x="2592324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09" name="s11-active:1:108:rect"/>
          <p:cNvSpPr/>
          <p:nvPr/>
        </p:nvSpPr>
        <p:spPr>
          <a:xfrm>
            <a:off x="594360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0" name="s11-active:1:109:rect"/>
          <p:cNvSpPr/>
          <p:nvPr/>
        </p:nvSpPr>
        <p:spPr>
          <a:xfrm>
            <a:off x="681228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1" name="s11-active:1:110:rect"/>
          <p:cNvSpPr/>
          <p:nvPr/>
        </p:nvSpPr>
        <p:spPr>
          <a:xfrm>
            <a:off x="768096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2" name="s11-active:1:111:rect"/>
          <p:cNvSpPr/>
          <p:nvPr/>
        </p:nvSpPr>
        <p:spPr>
          <a:xfrm>
            <a:off x="854964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3" name="s11-active:1:112:rect"/>
          <p:cNvSpPr/>
          <p:nvPr/>
        </p:nvSpPr>
        <p:spPr>
          <a:xfrm>
            <a:off x="941832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4" name="s11-active:1:113:rect"/>
          <p:cNvSpPr/>
          <p:nvPr/>
        </p:nvSpPr>
        <p:spPr>
          <a:xfrm>
            <a:off x="1028700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5" name="s11-active:1:114:rect"/>
          <p:cNvSpPr/>
          <p:nvPr/>
        </p:nvSpPr>
        <p:spPr>
          <a:xfrm>
            <a:off x="1115568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6" name="s11-active:1:115:rect"/>
          <p:cNvSpPr/>
          <p:nvPr/>
        </p:nvSpPr>
        <p:spPr>
          <a:xfrm>
            <a:off x="1202436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7" name="s11-active:1:116:rect"/>
          <p:cNvSpPr/>
          <p:nvPr/>
        </p:nvSpPr>
        <p:spPr>
          <a:xfrm>
            <a:off x="1289304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8" name="s11-active:1:117:rect"/>
          <p:cNvSpPr/>
          <p:nvPr/>
        </p:nvSpPr>
        <p:spPr>
          <a:xfrm>
            <a:off x="1376172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19" name="s11-active:1:118:rect"/>
          <p:cNvSpPr/>
          <p:nvPr/>
        </p:nvSpPr>
        <p:spPr>
          <a:xfrm>
            <a:off x="1463040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0" name="s11-active:1:119:rect"/>
          <p:cNvSpPr/>
          <p:nvPr/>
        </p:nvSpPr>
        <p:spPr>
          <a:xfrm>
            <a:off x="1549908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1" name="s11-active:1:120:rect"/>
          <p:cNvSpPr/>
          <p:nvPr/>
        </p:nvSpPr>
        <p:spPr>
          <a:xfrm>
            <a:off x="1636776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2" name="s11-active:1:121:rect"/>
          <p:cNvSpPr/>
          <p:nvPr/>
        </p:nvSpPr>
        <p:spPr>
          <a:xfrm>
            <a:off x="1723644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3" name="s11-active:1:122:rect"/>
          <p:cNvSpPr/>
          <p:nvPr/>
        </p:nvSpPr>
        <p:spPr>
          <a:xfrm>
            <a:off x="1810512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4" name="s11-active:1:123:rect"/>
          <p:cNvSpPr/>
          <p:nvPr/>
        </p:nvSpPr>
        <p:spPr>
          <a:xfrm>
            <a:off x="1897380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5" name="s11-active:1:124:rect"/>
          <p:cNvSpPr/>
          <p:nvPr/>
        </p:nvSpPr>
        <p:spPr>
          <a:xfrm>
            <a:off x="1984248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6" name="s11-active:1:125:rect"/>
          <p:cNvSpPr/>
          <p:nvPr/>
        </p:nvSpPr>
        <p:spPr>
          <a:xfrm>
            <a:off x="2071116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7" name="s11-active:1:126:rect"/>
          <p:cNvSpPr/>
          <p:nvPr/>
        </p:nvSpPr>
        <p:spPr>
          <a:xfrm>
            <a:off x="2157984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8" name="s11-active:1:127:rect"/>
          <p:cNvSpPr/>
          <p:nvPr/>
        </p:nvSpPr>
        <p:spPr>
          <a:xfrm>
            <a:off x="2244852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29" name="s11-active:1:128:rect"/>
          <p:cNvSpPr/>
          <p:nvPr/>
        </p:nvSpPr>
        <p:spPr>
          <a:xfrm>
            <a:off x="2331720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0" name="s11-active:1:129:rect"/>
          <p:cNvSpPr/>
          <p:nvPr/>
        </p:nvSpPr>
        <p:spPr>
          <a:xfrm>
            <a:off x="2418588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1" name="s11-active:1:130:rect"/>
          <p:cNvSpPr/>
          <p:nvPr/>
        </p:nvSpPr>
        <p:spPr>
          <a:xfrm>
            <a:off x="2505456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2" name="s11-active:1:131:rect"/>
          <p:cNvSpPr/>
          <p:nvPr/>
        </p:nvSpPr>
        <p:spPr>
          <a:xfrm>
            <a:off x="2592324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3" name="s11-active:1:132:rect"/>
          <p:cNvSpPr/>
          <p:nvPr/>
        </p:nvSpPr>
        <p:spPr>
          <a:xfrm>
            <a:off x="594360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4" name="s11-active:1:133:rect"/>
          <p:cNvSpPr/>
          <p:nvPr/>
        </p:nvSpPr>
        <p:spPr>
          <a:xfrm>
            <a:off x="681228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5" name="s11-active:1:134:rect"/>
          <p:cNvSpPr/>
          <p:nvPr/>
        </p:nvSpPr>
        <p:spPr>
          <a:xfrm>
            <a:off x="768096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6" name="s11-active:1:135:rect"/>
          <p:cNvSpPr/>
          <p:nvPr/>
        </p:nvSpPr>
        <p:spPr>
          <a:xfrm>
            <a:off x="854964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7" name="s11-active:1:136:rect"/>
          <p:cNvSpPr/>
          <p:nvPr/>
        </p:nvSpPr>
        <p:spPr>
          <a:xfrm>
            <a:off x="941832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8" name="s11-active:1:137:rect"/>
          <p:cNvSpPr/>
          <p:nvPr/>
        </p:nvSpPr>
        <p:spPr>
          <a:xfrm>
            <a:off x="1028700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9" name="s11-active:1:138:rect"/>
          <p:cNvSpPr/>
          <p:nvPr/>
        </p:nvSpPr>
        <p:spPr>
          <a:xfrm>
            <a:off x="1115568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0" name="s11-active:1:139:rect"/>
          <p:cNvSpPr/>
          <p:nvPr/>
        </p:nvSpPr>
        <p:spPr>
          <a:xfrm>
            <a:off x="1202436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1" name="s11-active:1:140:rect"/>
          <p:cNvSpPr/>
          <p:nvPr/>
        </p:nvSpPr>
        <p:spPr>
          <a:xfrm>
            <a:off x="1289304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2" name="s11-active:1:141:rect"/>
          <p:cNvSpPr/>
          <p:nvPr/>
        </p:nvSpPr>
        <p:spPr>
          <a:xfrm>
            <a:off x="1376172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3" name="s11-active:1:142:rect"/>
          <p:cNvSpPr/>
          <p:nvPr/>
        </p:nvSpPr>
        <p:spPr>
          <a:xfrm>
            <a:off x="1463040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4" name="s11-active:1:143:rect"/>
          <p:cNvSpPr/>
          <p:nvPr/>
        </p:nvSpPr>
        <p:spPr>
          <a:xfrm>
            <a:off x="1549908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5" name="s11-active:1:144:rect"/>
          <p:cNvSpPr/>
          <p:nvPr/>
        </p:nvSpPr>
        <p:spPr>
          <a:xfrm>
            <a:off x="1636776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6" name="s11-active:1:145:rect"/>
          <p:cNvSpPr/>
          <p:nvPr/>
        </p:nvSpPr>
        <p:spPr>
          <a:xfrm>
            <a:off x="1723644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7" name="s11-active:1:146:rect"/>
          <p:cNvSpPr/>
          <p:nvPr/>
        </p:nvSpPr>
        <p:spPr>
          <a:xfrm>
            <a:off x="1810512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8" name="s11-active:1:147:rect"/>
          <p:cNvSpPr/>
          <p:nvPr/>
        </p:nvSpPr>
        <p:spPr>
          <a:xfrm>
            <a:off x="1897380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49" name="s11-active:1:148:rect"/>
          <p:cNvSpPr/>
          <p:nvPr/>
        </p:nvSpPr>
        <p:spPr>
          <a:xfrm>
            <a:off x="1984248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0" name="s11-active:1:149:rect"/>
          <p:cNvSpPr/>
          <p:nvPr/>
        </p:nvSpPr>
        <p:spPr>
          <a:xfrm>
            <a:off x="2071116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1" name="s11-active:1:150:rect"/>
          <p:cNvSpPr/>
          <p:nvPr/>
        </p:nvSpPr>
        <p:spPr>
          <a:xfrm>
            <a:off x="2157984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2" name="s11-active:1:151:rect"/>
          <p:cNvSpPr/>
          <p:nvPr/>
        </p:nvSpPr>
        <p:spPr>
          <a:xfrm>
            <a:off x="2244852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3" name="s11-active:1:152:rect"/>
          <p:cNvSpPr/>
          <p:nvPr/>
        </p:nvSpPr>
        <p:spPr>
          <a:xfrm>
            <a:off x="2331720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4" name="s11-active:1:153:rect"/>
          <p:cNvSpPr/>
          <p:nvPr/>
        </p:nvSpPr>
        <p:spPr>
          <a:xfrm>
            <a:off x="2418588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5" name="s11-active:1:154:rect"/>
          <p:cNvSpPr/>
          <p:nvPr/>
        </p:nvSpPr>
        <p:spPr>
          <a:xfrm>
            <a:off x="2505456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6" name="s11-active:1:155:rect"/>
          <p:cNvSpPr/>
          <p:nvPr/>
        </p:nvSpPr>
        <p:spPr>
          <a:xfrm>
            <a:off x="2592324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7" name="s11-active:1:156:rect"/>
          <p:cNvSpPr/>
          <p:nvPr/>
        </p:nvSpPr>
        <p:spPr>
          <a:xfrm>
            <a:off x="594360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8" name="s11-active:1:157:rect"/>
          <p:cNvSpPr/>
          <p:nvPr/>
        </p:nvSpPr>
        <p:spPr>
          <a:xfrm>
            <a:off x="681228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9" name="s11-active:1:158:rect"/>
          <p:cNvSpPr/>
          <p:nvPr/>
        </p:nvSpPr>
        <p:spPr>
          <a:xfrm>
            <a:off x="768096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0" name="s11-active:1:159:rect"/>
          <p:cNvSpPr/>
          <p:nvPr/>
        </p:nvSpPr>
        <p:spPr>
          <a:xfrm>
            <a:off x="854964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1" name="s11-active:1:160:rect"/>
          <p:cNvSpPr/>
          <p:nvPr/>
        </p:nvSpPr>
        <p:spPr>
          <a:xfrm>
            <a:off x="941832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2" name="s11-active:1:161:rect"/>
          <p:cNvSpPr/>
          <p:nvPr/>
        </p:nvSpPr>
        <p:spPr>
          <a:xfrm>
            <a:off x="1028700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3" name="s11-active:1:162:rect"/>
          <p:cNvSpPr/>
          <p:nvPr/>
        </p:nvSpPr>
        <p:spPr>
          <a:xfrm>
            <a:off x="1115568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4" name="s11-active:1:163:rect"/>
          <p:cNvSpPr/>
          <p:nvPr/>
        </p:nvSpPr>
        <p:spPr>
          <a:xfrm>
            <a:off x="1202436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5" name="s11-active:1:164:rect"/>
          <p:cNvSpPr/>
          <p:nvPr/>
        </p:nvSpPr>
        <p:spPr>
          <a:xfrm>
            <a:off x="1289304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6" name="s11-active:1:165:rect"/>
          <p:cNvSpPr/>
          <p:nvPr/>
        </p:nvSpPr>
        <p:spPr>
          <a:xfrm>
            <a:off x="1376172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7" name="s11-active:1:166:rect"/>
          <p:cNvSpPr/>
          <p:nvPr/>
        </p:nvSpPr>
        <p:spPr>
          <a:xfrm>
            <a:off x="1463040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8" name="s11-active:1:167:rect"/>
          <p:cNvSpPr/>
          <p:nvPr/>
        </p:nvSpPr>
        <p:spPr>
          <a:xfrm>
            <a:off x="1549908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69" name="s11-active:1:168:rect"/>
          <p:cNvSpPr/>
          <p:nvPr/>
        </p:nvSpPr>
        <p:spPr>
          <a:xfrm>
            <a:off x="1636776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0" name="s11-active:1:169:rect"/>
          <p:cNvSpPr/>
          <p:nvPr/>
        </p:nvSpPr>
        <p:spPr>
          <a:xfrm>
            <a:off x="1723644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1" name="s11-active:1:170:rect"/>
          <p:cNvSpPr/>
          <p:nvPr/>
        </p:nvSpPr>
        <p:spPr>
          <a:xfrm>
            <a:off x="1810512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2" name="s11-active:1:171:rect"/>
          <p:cNvSpPr/>
          <p:nvPr/>
        </p:nvSpPr>
        <p:spPr>
          <a:xfrm>
            <a:off x="1897380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3" name="s11-active:1:172:rect"/>
          <p:cNvSpPr/>
          <p:nvPr/>
        </p:nvSpPr>
        <p:spPr>
          <a:xfrm>
            <a:off x="1984248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4" name="s11-active:1:173:rect"/>
          <p:cNvSpPr/>
          <p:nvPr/>
        </p:nvSpPr>
        <p:spPr>
          <a:xfrm>
            <a:off x="2071116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5" name="s11-active:1:174:rect"/>
          <p:cNvSpPr/>
          <p:nvPr/>
        </p:nvSpPr>
        <p:spPr>
          <a:xfrm>
            <a:off x="2157984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6" name="s11-active:1:175:rect"/>
          <p:cNvSpPr/>
          <p:nvPr/>
        </p:nvSpPr>
        <p:spPr>
          <a:xfrm>
            <a:off x="2244852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7" name="s11-active:1:176:rect"/>
          <p:cNvSpPr/>
          <p:nvPr/>
        </p:nvSpPr>
        <p:spPr>
          <a:xfrm>
            <a:off x="2331720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8" name="s11-active:1:177:rect"/>
          <p:cNvSpPr/>
          <p:nvPr/>
        </p:nvSpPr>
        <p:spPr>
          <a:xfrm>
            <a:off x="2418588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9" name="s11-active:1:178:rect"/>
          <p:cNvSpPr/>
          <p:nvPr/>
        </p:nvSpPr>
        <p:spPr>
          <a:xfrm>
            <a:off x="2505456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0" name="s11-active:1:179:rect"/>
          <p:cNvSpPr/>
          <p:nvPr/>
        </p:nvSpPr>
        <p:spPr>
          <a:xfrm>
            <a:off x="2592324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1" name="s11-active:1:180:rect"/>
          <p:cNvSpPr/>
          <p:nvPr/>
        </p:nvSpPr>
        <p:spPr>
          <a:xfrm>
            <a:off x="594360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2" name="s11-active:1:181:rect"/>
          <p:cNvSpPr/>
          <p:nvPr/>
        </p:nvSpPr>
        <p:spPr>
          <a:xfrm>
            <a:off x="681228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3" name="s11-active:1:182:rect"/>
          <p:cNvSpPr/>
          <p:nvPr/>
        </p:nvSpPr>
        <p:spPr>
          <a:xfrm>
            <a:off x="768096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4" name="s11-active:1:183:rect"/>
          <p:cNvSpPr/>
          <p:nvPr/>
        </p:nvSpPr>
        <p:spPr>
          <a:xfrm>
            <a:off x="854964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5" name="s11-active:1:184:rect"/>
          <p:cNvSpPr/>
          <p:nvPr/>
        </p:nvSpPr>
        <p:spPr>
          <a:xfrm>
            <a:off x="941832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6" name="s11-active:1:185:rect"/>
          <p:cNvSpPr/>
          <p:nvPr/>
        </p:nvSpPr>
        <p:spPr>
          <a:xfrm>
            <a:off x="1028700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7" name="s11-active:1:186:rect"/>
          <p:cNvSpPr/>
          <p:nvPr/>
        </p:nvSpPr>
        <p:spPr>
          <a:xfrm>
            <a:off x="1115568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8" name="s11-active:1:187:rect"/>
          <p:cNvSpPr/>
          <p:nvPr/>
        </p:nvSpPr>
        <p:spPr>
          <a:xfrm>
            <a:off x="1202436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89" name="s11-active:1:188:rect"/>
          <p:cNvSpPr/>
          <p:nvPr/>
        </p:nvSpPr>
        <p:spPr>
          <a:xfrm>
            <a:off x="1289304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0" name="s11-active:1:189:rect"/>
          <p:cNvSpPr/>
          <p:nvPr/>
        </p:nvSpPr>
        <p:spPr>
          <a:xfrm>
            <a:off x="1376172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1" name="s11-active:1:190:rect"/>
          <p:cNvSpPr/>
          <p:nvPr/>
        </p:nvSpPr>
        <p:spPr>
          <a:xfrm>
            <a:off x="1463040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2" name="s11-active:1:191:rect"/>
          <p:cNvSpPr/>
          <p:nvPr/>
        </p:nvSpPr>
        <p:spPr>
          <a:xfrm>
            <a:off x="1549908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3" name="s11-active:1:192:rect"/>
          <p:cNvSpPr/>
          <p:nvPr/>
        </p:nvSpPr>
        <p:spPr>
          <a:xfrm>
            <a:off x="1636776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4" name="s11-active:1:193:rect"/>
          <p:cNvSpPr/>
          <p:nvPr/>
        </p:nvSpPr>
        <p:spPr>
          <a:xfrm>
            <a:off x="1723644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5" name="s11-active:1:194:rect"/>
          <p:cNvSpPr/>
          <p:nvPr/>
        </p:nvSpPr>
        <p:spPr>
          <a:xfrm>
            <a:off x="1810512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6" name="s11-active:1:195:rect"/>
          <p:cNvSpPr/>
          <p:nvPr/>
        </p:nvSpPr>
        <p:spPr>
          <a:xfrm>
            <a:off x="1897380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7" name="s11-active:1:196:rect"/>
          <p:cNvSpPr/>
          <p:nvPr/>
        </p:nvSpPr>
        <p:spPr>
          <a:xfrm>
            <a:off x="1984248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8" name="s11-active:1:197:rect"/>
          <p:cNvSpPr/>
          <p:nvPr/>
        </p:nvSpPr>
        <p:spPr>
          <a:xfrm>
            <a:off x="2071116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99" name="s11-active:1:198:rect"/>
          <p:cNvSpPr/>
          <p:nvPr/>
        </p:nvSpPr>
        <p:spPr>
          <a:xfrm>
            <a:off x="2157984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0" name="s11-active:1:199:rect"/>
          <p:cNvSpPr/>
          <p:nvPr/>
        </p:nvSpPr>
        <p:spPr>
          <a:xfrm>
            <a:off x="2244852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1" name="s11-active:1:200:rect"/>
          <p:cNvSpPr/>
          <p:nvPr/>
        </p:nvSpPr>
        <p:spPr>
          <a:xfrm>
            <a:off x="2331720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2" name="s11-active:1:201:rect"/>
          <p:cNvSpPr/>
          <p:nvPr/>
        </p:nvSpPr>
        <p:spPr>
          <a:xfrm>
            <a:off x="2418588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3" name="s11-active:1:202:rect"/>
          <p:cNvSpPr/>
          <p:nvPr/>
        </p:nvSpPr>
        <p:spPr>
          <a:xfrm>
            <a:off x="2505456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4" name="s11-active:1:203:rect"/>
          <p:cNvSpPr/>
          <p:nvPr/>
        </p:nvSpPr>
        <p:spPr>
          <a:xfrm>
            <a:off x="2592324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5" name="s11-active:1:204:rect"/>
          <p:cNvSpPr/>
          <p:nvPr/>
        </p:nvSpPr>
        <p:spPr>
          <a:xfrm>
            <a:off x="594360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6" name="s11-active:1:205:rect"/>
          <p:cNvSpPr/>
          <p:nvPr/>
        </p:nvSpPr>
        <p:spPr>
          <a:xfrm>
            <a:off x="681228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7" name="s11-active:1:206:rect"/>
          <p:cNvSpPr/>
          <p:nvPr/>
        </p:nvSpPr>
        <p:spPr>
          <a:xfrm>
            <a:off x="768096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8" name="s11-active:1:207:rect"/>
          <p:cNvSpPr/>
          <p:nvPr/>
        </p:nvSpPr>
        <p:spPr>
          <a:xfrm>
            <a:off x="854964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9" name="s11-active:1:208:rect"/>
          <p:cNvSpPr/>
          <p:nvPr/>
        </p:nvSpPr>
        <p:spPr>
          <a:xfrm>
            <a:off x="941832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0" name="s11-active:1:209:rect"/>
          <p:cNvSpPr/>
          <p:nvPr/>
        </p:nvSpPr>
        <p:spPr>
          <a:xfrm>
            <a:off x="1028700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1" name="s11-active:1:210:rect"/>
          <p:cNvSpPr/>
          <p:nvPr/>
        </p:nvSpPr>
        <p:spPr>
          <a:xfrm>
            <a:off x="1115568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2" name="s11-active:1:211:rect"/>
          <p:cNvSpPr/>
          <p:nvPr/>
        </p:nvSpPr>
        <p:spPr>
          <a:xfrm>
            <a:off x="1202436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3" name="s11-active:1:212:rect"/>
          <p:cNvSpPr/>
          <p:nvPr/>
        </p:nvSpPr>
        <p:spPr>
          <a:xfrm>
            <a:off x="1289304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4" name="s11-active:1:213:rect"/>
          <p:cNvSpPr/>
          <p:nvPr/>
        </p:nvSpPr>
        <p:spPr>
          <a:xfrm>
            <a:off x="1376172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5" name="s11-active:1:214:rect"/>
          <p:cNvSpPr/>
          <p:nvPr/>
        </p:nvSpPr>
        <p:spPr>
          <a:xfrm>
            <a:off x="1463040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6" name="s11-active:1:215:rect"/>
          <p:cNvSpPr/>
          <p:nvPr/>
        </p:nvSpPr>
        <p:spPr>
          <a:xfrm>
            <a:off x="1549908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7" name="s11-active:1:216:rect"/>
          <p:cNvSpPr/>
          <p:nvPr/>
        </p:nvSpPr>
        <p:spPr>
          <a:xfrm>
            <a:off x="1636776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8" name="s11-active:1:217:rect"/>
          <p:cNvSpPr/>
          <p:nvPr/>
        </p:nvSpPr>
        <p:spPr>
          <a:xfrm>
            <a:off x="1723644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9" name="s11-active:1:218:rect"/>
          <p:cNvSpPr/>
          <p:nvPr/>
        </p:nvSpPr>
        <p:spPr>
          <a:xfrm>
            <a:off x="1810512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0" name="s11-active:1:219:rect"/>
          <p:cNvSpPr/>
          <p:nvPr/>
        </p:nvSpPr>
        <p:spPr>
          <a:xfrm>
            <a:off x="1897380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1" name="s11-active:1:220:rect"/>
          <p:cNvSpPr/>
          <p:nvPr/>
        </p:nvSpPr>
        <p:spPr>
          <a:xfrm>
            <a:off x="1984248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2" name="s11-active:1:221:rect"/>
          <p:cNvSpPr/>
          <p:nvPr/>
        </p:nvSpPr>
        <p:spPr>
          <a:xfrm>
            <a:off x="2071116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3" name="s11-active:1:222:rect"/>
          <p:cNvSpPr/>
          <p:nvPr/>
        </p:nvSpPr>
        <p:spPr>
          <a:xfrm>
            <a:off x="2157984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4" name="s11-active:1:223:rect"/>
          <p:cNvSpPr/>
          <p:nvPr/>
        </p:nvSpPr>
        <p:spPr>
          <a:xfrm>
            <a:off x="2244852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5" name="s11-active:1:224:rect"/>
          <p:cNvSpPr/>
          <p:nvPr/>
        </p:nvSpPr>
        <p:spPr>
          <a:xfrm>
            <a:off x="2331720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6" name="s11-active:1:225:rect"/>
          <p:cNvSpPr/>
          <p:nvPr/>
        </p:nvSpPr>
        <p:spPr>
          <a:xfrm>
            <a:off x="2418588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7" name="s11-active:1:226:rect"/>
          <p:cNvSpPr/>
          <p:nvPr/>
        </p:nvSpPr>
        <p:spPr>
          <a:xfrm>
            <a:off x="2505456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8" name="s11-active:1:227:rect"/>
          <p:cNvSpPr/>
          <p:nvPr/>
        </p:nvSpPr>
        <p:spPr>
          <a:xfrm>
            <a:off x="2592324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29" name="s11-active:1:228:rect"/>
          <p:cNvSpPr/>
          <p:nvPr/>
        </p:nvSpPr>
        <p:spPr>
          <a:xfrm>
            <a:off x="594360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0" name="s11-active:1:229:rect"/>
          <p:cNvSpPr/>
          <p:nvPr/>
        </p:nvSpPr>
        <p:spPr>
          <a:xfrm>
            <a:off x="681228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1" name="s11-active:1:230:rect"/>
          <p:cNvSpPr/>
          <p:nvPr/>
        </p:nvSpPr>
        <p:spPr>
          <a:xfrm>
            <a:off x="768096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2" name="s11-active:1:231:rect"/>
          <p:cNvSpPr/>
          <p:nvPr/>
        </p:nvSpPr>
        <p:spPr>
          <a:xfrm>
            <a:off x="854964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3" name="s11-active:1:232:rect"/>
          <p:cNvSpPr/>
          <p:nvPr/>
        </p:nvSpPr>
        <p:spPr>
          <a:xfrm>
            <a:off x="941832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4" name="s11-active:1:233:rect"/>
          <p:cNvSpPr/>
          <p:nvPr/>
        </p:nvSpPr>
        <p:spPr>
          <a:xfrm>
            <a:off x="1028700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5" name="s11-active:1:234:rect"/>
          <p:cNvSpPr/>
          <p:nvPr/>
        </p:nvSpPr>
        <p:spPr>
          <a:xfrm>
            <a:off x="1115568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6" name="s11-active:1:235:rect"/>
          <p:cNvSpPr/>
          <p:nvPr/>
        </p:nvSpPr>
        <p:spPr>
          <a:xfrm>
            <a:off x="1202436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7" name="s11-active:1:236:rect"/>
          <p:cNvSpPr/>
          <p:nvPr/>
        </p:nvSpPr>
        <p:spPr>
          <a:xfrm>
            <a:off x="1289304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8" name="s11-active:1:237:rect"/>
          <p:cNvSpPr/>
          <p:nvPr/>
        </p:nvSpPr>
        <p:spPr>
          <a:xfrm>
            <a:off x="1376172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39" name="s11-active:1:238:rect"/>
          <p:cNvSpPr/>
          <p:nvPr/>
        </p:nvSpPr>
        <p:spPr>
          <a:xfrm>
            <a:off x="1463040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0" name="s11-active:1:239:rect"/>
          <p:cNvSpPr/>
          <p:nvPr/>
        </p:nvSpPr>
        <p:spPr>
          <a:xfrm>
            <a:off x="1549908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1" name="s11-active:1:240:rect"/>
          <p:cNvSpPr/>
          <p:nvPr/>
        </p:nvSpPr>
        <p:spPr>
          <a:xfrm>
            <a:off x="1636776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2" name="s11-active:1:241:rect"/>
          <p:cNvSpPr/>
          <p:nvPr/>
        </p:nvSpPr>
        <p:spPr>
          <a:xfrm>
            <a:off x="1723644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3" name="s11-active:1:242:rect"/>
          <p:cNvSpPr/>
          <p:nvPr/>
        </p:nvSpPr>
        <p:spPr>
          <a:xfrm>
            <a:off x="1810512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4" name="s11-active:1:243:rect"/>
          <p:cNvSpPr/>
          <p:nvPr/>
        </p:nvSpPr>
        <p:spPr>
          <a:xfrm>
            <a:off x="1897380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5" name="s11-active:1:244:rect"/>
          <p:cNvSpPr/>
          <p:nvPr/>
        </p:nvSpPr>
        <p:spPr>
          <a:xfrm>
            <a:off x="1984248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6" name="s11-active:1:245:rect"/>
          <p:cNvSpPr/>
          <p:nvPr/>
        </p:nvSpPr>
        <p:spPr>
          <a:xfrm>
            <a:off x="2071116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7" name="s11-active:1:246:rect"/>
          <p:cNvSpPr/>
          <p:nvPr/>
        </p:nvSpPr>
        <p:spPr>
          <a:xfrm>
            <a:off x="2157984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8" name="s11-active:1:247:rect"/>
          <p:cNvSpPr/>
          <p:nvPr/>
        </p:nvSpPr>
        <p:spPr>
          <a:xfrm>
            <a:off x="2244852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49" name="s11-active:1:248:rect"/>
          <p:cNvSpPr/>
          <p:nvPr/>
        </p:nvSpPr>
        <p:spPr>
          <a:xfrm>
            <a:off x="2331720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0" name="s11-active:1:249:rect"/>
          <p:cNvSpPr/>
          <p:nvPr/>
        </p:nvSpPr>
        <p:spPr>
          <a:xfrm>
            <a:off x="2418588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1" name="s11-active:1:250:rect"/>
          <p:cNvSpPr/>
          <p:nvPr/>
        </p:nvSpPr>
        <p:spPr>
          <a:xfrm>
            <a:off x="2505456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2" name="s11-active:1:251:rect"/>
          <p:cNvSpPr/>
          <p:nvPr/>
        </p:nvSpPr>
        <p:spPr>
          <a:xfrm>
            <a:off x="2592324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3" name="s11-active:1:252:rect"/>
          <p:cNvSpPr/>
          <p:nvPr/>
        </p:nvSpPr>
        <p:spPr>
          <a:xfrm>
            <a:off x="594360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4" name="s11-active:1:253:rect"/>
          <p:cNvSpPr/>
          <p:nvPr/>
        </p:nvSpPr>
        <p:spPr>
          <a:xfrm>
            <a:off x="681228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5" name="s11-active:1:254:rect"/>
          <p:cNvSpPr/>
          <p:nvPr/>
        </p:nvSpPr>
        <p:spPr>
          <a:xfrm>
            <a:off x="768096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6" name="s11-active:1:255:rect"/>
          <p:cNvSpPr/>
          <p:nvPr/>
        </p:nvSpPr>
        <p:spPr>
          <a:xfrm>
            <a:off x="854964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7" name="s11-active:1:256:rect"/>
          <p:cNvSpPr/>
          <p:nvPr/>
        </p:nvSpPr>
        <p:spPr>
          <a:xfrm>
            <a:off x="941832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8" name="s11-active:1:257:rect"/>
          <p:cNvSpPr/>
          <p:nvPr/>
        </p:nvSpPr>
        <p:spPr>
          <a:xfrm>
            <a:off x="1028700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9" name="s11-active:1:258:rect"/>
          <p:cNvSpPr/>
          <p:nvPr/>
        </p:nvSpPr>
        <p:spPr>
          <a:xfrm>
            <a:off x="1115568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0" name="s11-active:1:259:rect"/>
          <p:cNvSpPr/>
          <p:nvPr/>
        </p:nvSpPr>
        <p:spPr>
          <a:xfrm>
            <a:off x="1202436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1" name="s11-active:1:260:rect"/>
          <p:cNvSpPr/>
          <p:nvPr/>
        </p:nvSpPr>
        <p:spPr>
          <a:xfrm>
            <a:off x="1289304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2" name="s11-active:1:261:rect"/>
          <p:cNvSpPr/>
          <p:nvPr/>
        </p:nvSpPr>
        <p:spPr>
          <a:xfrm>
            <a:off x="1376172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3" name="s11-active:1:262:rect"/>
          <p:cNvSpPr/>
          <p:nvPr/>
        </p:nvSpPr>
        <p:spPr>
          <a:xfrm>
            <a:off x="1463040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4" name="s11-active:1:263:rect"/>
          <p:cNvSpPr/>
          <p:nvPr/>
        </p:nvSpPr>
        <p:spPr>
          <a:xfrm>
            <a:off x="1549908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5" name="s11-active:1:264:rect"/>
          <p:cNvSpPr/>
          <p:nvPr/>
        </p:nvSpPr>
        <p:spPr>
          <a:xfrm>
            <a:off x="1636776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6" name="s11-active:1:265:rect"/>
          <p:cNvSpPr/>
          <p:nvPr/>
        </p:nvSpPr>
        <p:spPr>
          <a:xfrm>
            <a:off x="1723644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7" name="s11-active:1:266:rect"/>
          <p:cNvSpPr/>
          <p:nvPr/>
        </p:nvSpPr>
        <p:spPr>
          <a:xfrm>
            <a:off x="1810512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8" name="s11-active:1:267:rect"/>
          <p:cNvSpPr/>
          <p:nvPr/>
        </p:nvSpPr>
        <p:spPr>
          <a:xfrm>
            <a:off x="1897380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69" name="s11-active:1:268:rect"/>
          <p:cNvSpPr/>
          <p:nvPr/>
        </p:nvSpPr>
        <p:spPr>
          <a:xfrm>
            <a:off x="1984248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0" name="s11-active:1:269:rect"/>
          <p:cNvSpPr/>
          <p:nvPr/>
        </p:nvSpPr>
        <p:spPr>
          <a:xfrm>
            <a:off x="2071116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1" name="s11-active:1:270:rect"/>
          <p:cNvSpPr/>
          <p:nvPr/>
        </p:nvSpPr>
        <p:spPr>
          <a:xfrm>
            <a:off x="2157984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2" name="s11-active:1:271:rect"/>
          <p:cNvSpPr/>
          <p:nvPr/>
        </p:nvSpPr>
        <p:spPr>
          <a:xfrm>
            <a:off x="2244852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3" name="s11-active:1:272:rect"/>
          <p:cNvSpPr/>
          <p:nvPr/>
        </p:nvSpPr>
        <p:spPr>
          <a:xfrm>
            <a:off x="2331720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4" name="s11-active:1:273:rect"/>
          <p:cNvSpPr/>
          <p:nvPr/>
        </p:nvSpPr>
        <p:spPr>
          <a:xfrm>
            <a:off x="2418588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5" name="s11-active:1:274:rect"/>
          <p:cNvSpPr/>
          <p:nvPr/>
        </p:nvSpPr>
        <p:spPr>
          <a:xfrm>
            <a:off x="2505456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6" name="s11-active:1:275:rect"/>
          <p:cNvSpPr/>
          <p:nvPr/>
        </p:nvSpPr>
        <p:spPr>
          <a:xfrm>
            <a:off x="2592324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7" name="s11-active:1:276:rect"/>
          <p:cNvSpPr/>
          <p:nvPr/>
        </p:nvSpPr>
        <p:spPr>
          <a:xfrm>
            <a:off x="594360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8" name="s11-active:1:277:rect"/>
          <p:cNvSpPr/>
          <p:nvPr/>
        </p:nvSpPr>
        <p:spPr>
          <a:xfrm>
            <a:off x="681228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79" name="s11-active:1:278:rect"/>
          <p:cNvSpPr/>
          <p:nvPr/>
        </p:nvSpPr>
        <p:spPr>
          <a:xfrm>
            <a:off x="768096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0" name="s11-active:1:279:rect"/>
          <p:cNvSpPr/>
          <p:nvPr/>
        </p:nvSpPr>
        <p:spPr>
          <a:xfrm>
            <a:off x="854964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1" name="s11-active:1:280:rect"/>
          <p:cNvSpPr/>
          <p:nvPr/>
        </p:nvSpPr>
        <p:spPr>
          <a:xfrm>
            <a:off x="941832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2" name="s11-active:1:281:rect"/>
          <p:cNvSpPr/>
          <p:nvPr/>
        </p:nvSpPr>
        <p:spPr>
          <a:xfrm>
            <a:off x="1028700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3" name="s11-active:1:282:rect"/>
          <p:cNvSpPr/>
          <p:nvPr/>
        </p:nvSpPr>
        <p:spPr>
          <a:xfrm>
            <a:off x="1115568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4" name="s11-active:1:283:rect"/>
          <p:cNvSpPr/>
          <p:nvPr/>
        </p:nvSpPr>
        <p:spPr>
          <a:xfrm>
            <a:off x="1202436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5" name="s11-active:1:284:rect"/>
          <p:cNvSpPr/>
          <p:nvPr/>
        </p:nvSpPr>
        <p:spPr>
          <a:xfrm>
            <a:off x="1289304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6" name="s11-active:1:285:rect"/>
          <p:cNvSpPr/>
          <p:nvPr/>
        </p:nvSpPr>
        <p:spPr>
          <a:xfrm>
            <a:off x="1376172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7" name="s11-active:1:286:rect"/>
          <p:cNvSpPr/>
          <p:nvPr/>
        </p:nvSpPr>
        <p:spPr>
          <a:xfrm>
            <a:off x="1463040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8" name="s11-active:1:287:rect"/>
          <p:cNvSpPr/>
          <p:nvPr/>
        </p:nvSpPr>
        <p:spPr>
          <a:xfrm>
            <a:off x="1549908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89" name="s11-active:1:288:rect"/>
          <p:cNvSpPr/>
          <p:nvPr/>
        </p:nvSpPr>
        <p:spPr>
          <a:xfrm>
            <a:off x="1636776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0" name="s11-active:1:289:rect"/>
          <p:cNvSpPr/>
          <p:nvPr/>
        </p:nvSpPr>
        <p:spPr>
          <a:xfrm>
            <a:off x="1723644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1" name="s11-active:1:290:rect"/>
          <p:cNvSpPr/>
          <p:nvPr/>
        </p:nvSpPr>
        <p:spPr>
          <a:xfrm>
            <a:off x="1810512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2" name="s11-active:1:291:rect"/>
          <p:cNvSpPr/>
          <p:nvPr/>
        </p:nvSpPr>
        <p:spPr>
          <a:xfrm>
            <a:off x="1897380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3" name="s11-active:1:292:rect"/>
          <p:cNvSpPr/>
          <p:nvPr/>
        </p:nvSpPr>
        <p:spPr>
          <a:xfrm>
            <a:off x="1984248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4" name="s11-active:1:293:rect"/>
          <p:cNvSpPr/>
          <p:nvPr/>
        </p:nvSpPr>
        <p:spPr>
          <a:xfrm>
            <a:off x="2071116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5" name="s11-active:1:294:rect"/>
          <p:cNvSpPr/>
          <p:nvPr/>
        </p:nvSpPr>
        <p:spPr>
          <a:xfrm>
            <a:off x="2157984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6" name="s11-active:1:295:rect"/>
          <p:cNvSpPr/>
          <p:nvPr/>
        </p:nvSpPr>
        <p:spPr>
          <a:xfrm>
            <a:off x="2244852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7" name="s11-active:1:296:rect"/>
          <p:cNvSpPr/>
          <p:nvPr/>
        </p:nvSpPr>
        <p:spPr>
          <a:xfrm>
            <a:off x="2331720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8" name="s11-active:1:297:rect"/>
          <p:cNvSpPr/>
          <p:nvPr/>
        </p:nvSpPr>
        <p:spPr>
          <a:xfrm>
            <a:off x="2418588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99" name="s11-active:1:298:rect"/>
          <p:cNvSpPr/>
          <p:nvPr/>
        </p:nvSpPr>
        <p:spPr>
          <a:xfrm>
            <a:off x="2505456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0" name="s11-active:1:299:rect"/>
          <p:cNvSpPr/>
          <p:nvPr/>
        </p:nvSpPr>
        <p:spPr>
          <a:xfrm>
            <a:off x="2592324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1" name="s11-active:1:300:rect"/>
          <p:cNvSpPr/>
          <p:nvPr/>
        </p:nvSpPr>
        <p:spPr>
          <a:xfrm>
            <a:off x="594360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2" name="s11-active:1:301:rect"/>
          <p:cNvSpPr/>
          <p:nvPr/>
        </p:nvSpPr>
        <p:spPr>
          <a:xfrm>
            <a:off x="681228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3" name="s11-active:1:302:rect"/>
          <p:cNvSpPr/>
          <p:nvPr/>
        </p:nvSpPr>
        <p:spPr>
          <a:xfrm>
            <a:off x="768096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4" name="s11-active:1:303:rect"/>
          <p:cNvSpPr/>
          <p:nvPr/>
        </p:nvSpPr>
        <p:spPr>
          <a:xfrm>
            <a:off x="854964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5" name="s11-active:1:304:rect"/>
          <p:cNvSpPr/>
          <p:nvPr/>
        </p:nvSpPr>
        <p:spPr>
          <a:xfrm>
            <a:off x="941832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6" name="s11-active:1:305:rect"/>
          <p:cNvSpPr/>
          <p:nvPr/>
        </p:nvSpPr>
        <p:spPr>
          <a:xfrm>
            <a:off x="1028700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7" name="s11-active:1:306:rect"/>
          <p:cNvSpPr/>
          <p:nvPr/>
        </p:nvSpPr>
        <p:spPr>
          <a:xfrm>
            <a:off x="1115568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8" name="s11-active:1:307:rect"/>
          <p:cNvSpPr/>
          <p:nvPr/>
        </p:nvSpPr>
        <p:spPr>
          <a:xfrm>
            <a:off x="1202436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09" name="s11-active:1:308:rect"/>
          <p:cNvSpPr/>
          <p:nvPr/>
        </p:nvSpPr>
        <p:spPr>
          <a:xfrm>
            <a:off x="1289304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0" name="s11-active:1:309:rect"/>
          <p:cNvSpPr/>
          <p:nvPr/>
        </p:nvSpPr>
        <p:spPr>
          <a:xfrm>
            <a:off x="1376172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1" name="s11-active:1:310:rect"/>
          <p:cNvSpPr/>
          <p:nvPr/>
        </p:nvSpPr>
        <p:spPr>
          <a:xfrm>
            <a:off x="1463040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2" name="s11-active:1:311:rect"/>
          <p:cNvSpPr/>
          <p:nvPr/>
        </p:nvSpPr>
        <p:spPr>
          <a:xfrm>
            <a:off x="1549908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3" name="s11-active:1:312:rect"/>
          <p:cNvSpPr/>
          <p:nvPr/>
        </p:nvSpPr>
        <p:spPr>
          <a:xfrm>
            <a:off x="1636776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4" name="s11-active:1:313:rect"/>
          <p:cNvSpPr/>
          <p:nvPr/>
        </p:nvSpPr>
        <p:spPr>
          <a:xfrm>
            <a:off x="1723644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5" name="s11-active:1:314:rect"/>
          <p:cNvSpPr/>
          <p:nvPr/>
        </p:nvSpPr>
        <p:spPr>
          <a:xfrm>
            <a:off x="1810512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6" name="s11-active:1:315:rect"/>
          <p:cNvSpPr/>
          <p:nvPr/>
        </p:nvSpPr>
        <p:spPr>
          <a:xfrm>
            <a:off x="1897380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7" name="s11-active:1:316:rect"/>
          <p:cNvSpPr/>
          <p:nvPr/>
        </p:nvSpPr>
        <p:spPr>
          <a:xfrm>
            <a:off x="1984248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8" name="s11-active:1:317:rect"/>
          <p:cNvSpPr/>
          <p:nvPr/>
        </p:nvSpPr>
        <p:spPr>
          <a:xfrm>
            <a:off x="2071116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19" name="s11-active:1:318:rect"/>
          <p:cNvSpPr/>
          <p:nvPr/>
        </p:nvSpPr>
        <p:spPr>
          <a:xfrm>
            <a:off x="2157984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0" name="s11-active:1:319:rect"/>
          <p:cNvSpPr/>
          <p:nvPr/>
        </p:nvSpPr>
        <p:spPr>
          <a:xfrm>
            <a:off x="2244852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1" name="s11-active:1:320:rect"/>
          <p:cNvSpPr/>
          <p:nvPr/>
        </p:nvSpPr>
        <p:spPr>
          <a:xfrm>
            <a:off x="2331720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2" name="s11-active:1:321:rect"/>
          <p:cNvSpPr/>
          <p:nvPr/>
        </p:nvSpPr>
        <p:spPr>
          <a:xfrm>
            <a:off x="2418588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3" name="s11-active:1:322:rect"/>
          <p:cNvSpPr/>
          <p:nvPr/>
        </p:nvSpPr>
        <p:spPr>
          <a:xfrm>
            <a:off x="2505456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4" name="s11-active:1:323:rect"/>
          <p:cNvSpPr/>
          <p:nvPr/>
        </p:nvSpPr>
        <p:spPr>
          <a:xfrm>
            <a:off x="2592324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5" name="s11-active:1:324:rect"/>
          <p:cNvSpPr/>
          <p:nvPr/>
        </p:nvSpPr>
        <p:spPr>
          <a:xfrm>
            <a:off x="594360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6" name="s11-active:1:325:rect"/>
          <p:cNvSpPr/>
          <p:nvPr/>
        </p:nvSpPr>
        <p:spPr>
          <a:xfrm>
            <a:off x="681228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7" name="s11-active:1:326:rect"/>
          <p:cNvSpPr/>
          <p:nvPr/>
        </p:nvSpPr>
        <p:spPr>
          <a:xfrm>
            <a:off x="768096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8" name="s11-active:1:327:rect"/>
          <p:cNvSpPr/>
          <p:nvPr/>
        </p:nvSpPr>
        <p:spPr>
          <a:xfrm>
            <a:off x="854964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29" name="s11-active:1:328:rect"/>
          <p:cNvSpPr/>
          <p:nvPr/>
        </p:nvSpPr>
        <p:spPr>
          <a:xfrm>
            <a:off x="941832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0" name="s11-active:1:329:rect"/>
          <p:cNvSpPr/>
          <p:nvPr/>
        </p:nvSpPr>
        <p:spPr>
          <a:xfrm>
            <a:off x="1028700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1" name="s11-active:1:330:rect"/>
          <p:cNvSpPr/>
          <p:nvPr/>
        </p:nvSpPr>
        <p:spPr>
          <a:xfrm>
            <a:off x="1115568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2" name="s11-active:1:331:rect"/>
          <p:cNvSpPr/>
          <p:nvPr/>
        </p:nvSpPr>
        <p:spPr>
          <a:xfrm>
            <a:off x="1202436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3" name="s11-active:1:332:rect"/>
          <p:cNvSpPr/>
          <p:nvPr/>
        </p:nvSpPr>
        <p:spPr>
          <a:xfrm>
            <a:off x="1289304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4" name="s11-active:1:333:rect"/>
          <p:cNvSpPr/>
          <p:nvPr/>
        </p:nvSpPr>
        <p:spPr>
          <a:xfrm>
            <a:off x="1376172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5" name="s11-active:1:334:rect"/>
          <p:cNvSpPr/>
          <p:nvPr/>
        </p:nvSpPr>
        <p:spPr>
          <a:xfrm>
            <a:off x="1463040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6" name="s11-active:1:335:rect"/>
          <p:cNvSpPr/>
          <p:nvPr/>
        </p:nvSpPr>
        <p:spPr>
          <a:xfrm>
            <a:off x="1549908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7" name="s11-active:1:336:rect"/>
          <p:cNvSpPr/>
          <p:nvPr/>
        </p:nvSpPr>
        <p:spPr>
          <a:xfrm>
            <a:off x="1636776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8" name="s11-active:1:337:rect"/>
          <p:cNvSpPr/>
          <p:nvPr/>
        </p:nvSpPr>
        <p:spPr>
          <a:xfrm>
            <a:off x="1723644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39" name="s11-active:1:338:rect"/>
          <p:cNvSpPr/>
          <p:nvPr/>
        </p:nvSpPr>
        <p:spPr>
          <a:xfrm>
            <a:off x="1810512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0" name="s11-active:1:339:rect"/>
          <p:cNvSpPr/>
          <p:nvPr/>
        </p:nvSpPr>
        <p:spPr>
          <a:xfrm>
            <a:off x="1897380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1" name="s11-active:1:340:rect"/>
          <p:cNvSpPr/>
          <p:nvPr/>
        </p:nvSpPr>
        <p:spPr>
          <a:xfrm>
            <a:off x="1984248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2" name="s11-active:1:341:rect"/>
          <p:cNvSpPr/>
          <p:nvPr/>
        </p:nvSpPr>
        <p:spPr>
          <a:xfrm>
            <a:off x="2071116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3" name="s11-active:1:342:rect"/>
          <p:cNvSpPr/>
          <p:nvPr/>
        </p:nvSpPr>
        <p:spPr>
          <a:xfrm>
            <a:off x="2157984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4" name="s11-active:1:343:rect"/>
          <p:cNvSpPr/>
          <p:nvPr/>
        </p:nvSpPr>
        <p:spPr>
          <a:xfrm>
            <a:off x="2244852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5" name="s11-active:1:344:rect"/>
          <p:cNvSpPr/>
          <p:nvPr/>
        </p:nvSpPr>
        <p:spPr>
          <a:xfrm>
            <a:off x="2331720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6" name="s11-active:1:345:rect"/>
          <p:cNvSpPr/>
          <p:nvPr/>
        </p:nvSpPr>
        <p:spPr>
          <a:xfrm>
            <a:off x="2418588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7" name="s11-active:1:346:rect"/>
          <p:cNvSpPr/>
          <p:nvPr/>
        </p:nvSpPr>
        <p:spPr>
          <a:xfrm>
            <a:off x="2505456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8" name="s11-active:1:347:rect"/>
          <p:cNvSpPr/>
          <p:nvPr/>
        </p:nvSpPr>
        <p:spPr>
          <a:xfrm>
            <a:off x="2592324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49" name="s11-active:1:348:rect"/>
          <p:cNvSpPr/>
          <p:nvPr/>
        </p:nvSpPr>
        <p:spPr>
          <a:xfrm>
            <a:off x="594360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0" name="s11-active:1:349:rect"/>
          <p:cNvSpPr/>
          <p:nvPr/>
        </p:nvSpPr>
        <p:spPr>
          <a:xfrm>
            <a:off x="681228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1" name="s11-active:1:350:rect"/>
          <p:cNvSpPr/>
          <p:nvPr/>
        </p:nvSpPr>
        <p:spPr>
          <a:xfrm>
            <a:off x="768096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2" name="s11-active:1:351:rect"/>
          <p:cNvSpPr/>
          <p:nvPr/>
        </p:nvSpPr>
        <p:spPr>
          <a:xfrm>
            <a:off x="854964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3" name="s11-active:1:352:rect"/>
          <p:cNvSpPr/>
          <p:nvPr/>
        </p:nvSpPr>
        <p:spPr>
          <a:xfrm>
            <a:off x="941832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4" name="s11-active:1:353:rect"/>
          <p:cNvSpPr/>
          <p:nvPr/>
        </p:nvSpPr>
        <p:spPr>
          <a:xfrm>
            <a:off x="1028700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5" name="s11-active:1:354:rect"/>
          <p:cNvSpPr/>
          <p:nvPr/>
        </p:nvSpPr>
        <p:spPr>
          <a:xfrm>
            <a:off x="1115568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6" name="s11-active:1:355:rect"/>
          <p:cNvSpPr/>
          <p:nvPr/>
        </p:nvSpPr>
        <p:spPr>
          <a:xfrm>
            <a:off x="1202436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7" name="s11-active:1:356:rect"/>
          <p:cNvSpPr/>
          <p:nvPr/>
        </p:nvSpPr>
        <p:spPr>
          <a:xfrm>
            <a:off x="1289304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8" name="s11-active:1:357:rect"/>
          <p:cNvSpPr/>
          <p:nvPr/>
        </p:nvSpPr>
        <p:spPr>
          <a:xfrm>
            <a:off x="1376172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59" name="s11-active:1:358:rect"/>
          <p:cNvSpPr/>
          <p:nvPr/>
        </p:nvSpPr>
        <p:spPr>
          <a:xfrm>
            <a:off x="1463040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0" name="s11-active:1:359:rect"/>
          <p:cNvSpPr/>
          <p:nvPr/>
        </p:nvSpPr>
        <p:spPr>
          <a:xfrm>
            <a:off x="1549908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1" name="s11-active:1:360:rect"/>
          <p:cNvSpPr/>
          <p:nvPr/>
        </p:nvSpPr>
        <p:spPr>
          <a:xfrm>
            <a:off x="1636776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2" name="s11-active:1:361:rect"/>
          <p:cNvSpPr/>
          <p:nvPr/>
        </p:nvSpPr>
        <p:spPr>
          <a:xfrm>
            <a:off x="1723644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3" name="s11-active:1:362:rect"/>
          <p:cNvSpPr/>
          <p:nvPr/>
        </p:nvSpPr>
        <p:spPr>
          <a:xfrm>
            <a:off x="1810512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4" name="s11-active:1:363:rect"/>
          <p:cNvSpPr/>
          <p:nvPr/>
        </p:nvSpPr>
        <p:spPr>
          <a:xfrm>
            <a:off x="1897380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5" name="s11-active:1:364:rect"/>
          <p:cNvSpPr/>
          <p:nvPr/>
        </p:nvSpPr>
        <p:spPr>
          <a:xfrm>
            <a:off x="1984248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6" name="s11-active:1:365:rect"/>
          <p:cNvSpPr/>
          <p:nvPr/>
        </p:nvSpPr>
        <p:spPr>
          <a:xfrm>
            <a:off x="2071116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7" name="s11-active:1:366:rect"/>
          <p:cNvSpPr/>
          <p:nvPr/>
        </p:nvSpPr>
        <p:spPr>
          <a:xfrm>
            <a:off x="2157984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8" name="s11-active:1:367:rect"/>
          <p:cNvSpPr/>
          <p:nvPr/>
        </p:nvSpPr>
        <p:spPr>
          <a:xfrm>
            <a:off x="2244852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69" name="s11-active:1:368:rect"/>
          <p:cNvSpPr/>
          <p:nvPr/>
        </p:nvSpPr>
        <p:spPr>
          <a:xfrm>
            <a:off x="2331720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0" name="s11-active:1:369:rect"/>
          <p:cNvSpPr/>
          <p:nvPr/>
        </p:nvSpPr>
        <p:spPr>
          <a:xfrm>
            <a:off x="2418588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1" name="s11-active:1:370:rect"/>
          <p:cNvSpPr/>
          <p:nvPr/>
        </p:nvSpPr>
        <p:spPr>
          <a:xfrm>
            <a:off x="2505456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2" name="s11-active:1:371:rect"/>
          <p:cNvSpPr/>
          <p:nvPr/>
        </p:nvSpPr>
        <p:spPr>
          <a:xfrm>
            <a:off x="2592324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3" name="s11-active:1:372:rect"/>
          <p:cNvSpPr/>
          <p:nvPr/>
        </p:nvSpPr>
        <p:spPr>
          <a:xfrm>
            <a:off x="594360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4" name="s11-active:1:373:rect"/>
          <p:cNvSpPr/>
          <p:nvPr/>
        </p:nvSpPr>
        <p:spPr>
          <a:xfrm>
            <a:off x="681228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5" name="s11-active:1:374:rect"/>
          <p:cNvSpPr/>
          <p:nvPr/>
        </p:nvSpPr>
        <p:spPr>
          <a:xfrm>
            <a:off x="768096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6" name="s11-active:1:375:rect"/>
          <p:cNvSpPr/>
          <p:nvPr/>
        </p:nvSpPr>
        <p:spPr>
          <a:xfrm>
            <a:off x="854964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7" name="s11-active:1:376:rect"/>
          <p:cNvSpPr/>
          <p:nvPr/>
        </p:nvSpPr>
        <p:spPr>
          <a:xfrm>
            <a:off x="941832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8" name="s11-active:1:377:rect"/>
          <p:cNvSpPr/>
          <p:nvPr/>
        </p:nvSpPr>
        <p:spPr>
          <a:xfrm>
            <a:off x="1028700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79" name="s11-active:1:378:rect"/>
          <p:cNvSpPr/>
          <p:nvPr/>
        </p:nvSpPr>
        <p:spPr>
          <a:xfrm>
            <a:off x="1115568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0" name="s11-active:1:379:rect"/>
          <p:cNvSpPr/>
          <p:nvPr/>
        </p:nvSpPr>
        <p:spPr>
          <a:xfrm>
            <a:off x="1202436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1" name="s11-active:1:380:rect"/>
          <p:cNvSpPr/>
          <p:nvPr/>
        </p:nvSpPr>
        <p:spPr>
          <a:xfrm>
            <a:off x="1289304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2" name="s11-active:1:381:rect"/>
          <p:cNvSpPr/>
          <p:nvPr/>
        </p:nvSpPr>
        <p:spPr>
          <a:xfrm>
            <a:off x="1376172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3" name="s11-active:1:382:rect"/>
          <p:cNvSpPr/>
          <p:nvPr/>
        </p:nvSpPr>
        <p:spPr>
          <a:xfrm>
            <a:off x="1463040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4" name="s11-active:1:383:rect"/>
          <p:cNvSpPr/>
          <p:nvPr/>
        </p:nvSpPr>
        <p:spPr>
          <a:xfrm>
            <a:off x="1549908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5" name="s11-active:1:384:rect"/>
          <p:cNvSpPr/>
          <p:nvPr/>
        </p:nvSpPr>
        <p:spPr>
          <a:xfrm>
            <a:off x="1636776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6" name="s11-active:1:385:rect"/>
          <p:cNvSpPr/>
          <p:nvPr/>
        </p:nvSpPr>
        <p:spPr>
          <a:xfrm>
            <a:off x="1723644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7" name="s11-active:1:386:rect"/>
          <p:cNvSpPr/>
          <p:nvPr/>
        </p:nvSpPr>
        <p:spPr>
          <a:xfrm>
            <a:off x="1810512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8" name="s11-active:1:387:rect"/>
          <p:cNvSpPr/>
          <p:nvPr/>
        </p:nvSpPr>
        <p:spPr>
          <a:xfrm>
            <a:off x="1897380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89" name="s11-active:1:388:rect"/>
          <p:cNvSpPr/>
          <p:nvPr/>
        </p:nvSpPr>
        <p:spPr>
          <a:xfrm>
            <a:off x="1984248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0" name="s11-active:1:389:rect"/>
          <p:cNvSpPr/>
          <p:nvPr/>
        </p:nvSpPr>
        <p:spPr>
          <a:xfrm>
            <a:off x="2071116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1" name="s11-active:1:390:rect"/>
          <p:cNvSpPr/>
          <p:nvPr/>
        </p:nvSpPr>
        <p:spPr>
          <a:xfrm>
            <a:off x="2157984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2" name="s11-active:1:391:rect"/>
          <p:cNvSpPr/>
          <p:nvPr/>
        </p:nvSpPr>
        <p:spPr>
          <a:xfrm>
            <a:off x="2244852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3" name="s11-active:1:392:rect"/>
          <p:cNvSpPr/>
          <p:nvPr/>
        </p:nvSpPr>
        <p:spPr>
          <a:xfrm>
            <a:off x="2331720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4" name="s11-active:1:393:rect"/>
          <p:cNvSpPr/>
          <p:nvPr/>
        </p:nvSpPr>
        <p:spPr>
          <a:xfrm>
            <a:off x="2418588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5" name="s11-active:1:394:rect"/>
          <p:cNvSpPr/>
          <p:nvPr/>
        </p:nvSpPr>
        <p:spPr>
          <a:xfrm>
            <a:off x="2505456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6" name="s11-active:1:395:rect"/>
          <p:cNvSpPr/>
          <p:nvPr/>
        </p:nvSpPr>
        <p:spPr>
          <a:xfrm>
            <a:off x="2592324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97" name="s11-active:1:396:rect"/>
          <p:cNvSpPr/>
          <p:nvPr/>
        </p:nvSpPr>
        <p:spPr>
          <a:xfrm>
            <a:off x="2880360" y="2468880"/>
            <a:ext cx="1097280" cy="5486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8" name="s11-active:1:397:text"/>
          <p:cNvSpPr/>
          <p:nvPr/>
        </p:nvSpPr>
        <p:spPr>
          <a:xfrm>
            <a:off x="2953512" y="25146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Shared</a:t>
            </a:r>
            <a:endParaRPr lang="en-US" sz="1500" dirty="0"/>
          </a:p>
        </p:txBody>
      </p:sp>
      <p:sp>
        <p:nvSpPr>
          <p:cNvPr id="399" name="s11-active:1:398:text"/>
          <p:cNvSpPr/>
          <p:nvPr/>
        </p:nvSpPr>
        <p:spPr>
          <a:xfrm>
            <a:off x="548640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385 × 35,389,440</a:t>
            </a:r>
            <a:endParaRPr lang="en-US" sz="2000" dirty="0"/>
          </a:p>
        </p:txBody>
      </p:sp>
      <p:sp>
        <p:nvSpPr>
          <p:cNvPr id="400" name="s11-active:1:399:text"/>
          <p:cNvSpPr/>
          <p:nvPr/>
        </p:nvSpPr>
        <p:spPr>
          <a:xfrm>
            <a:off x="54864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13,624,934,400</a:t>
            </a:r>
            <a:endParaRPr lang="en-US" sz="2400" dirty="0"/>
          </a:p>
        </p:txBody>
      </p:sp>
      <p:sp>
        <p:nvSpPr>
          <p:cNvPr id="401" name="s11-active:2:400:rect"/>
          <p:cNvSpPr/>
          <p:nvPr/>
        </p:nvSpPr>
        <p:spPr>
          <a:xfrm>
            <a:off x="4617720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2" name="s11-active:2:401:rect"/>
          <p:cNvSpPr/>
          <p:nvPr/>
        </p:nvSpPr>
        <p:spPr>
          <a:xfrm>
            <a:off x="4704588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3" name="s11-active:2:402:rect"/>
          <p:cNvSpPr/>
          <p:nvPr/>
        </p:nvSpPr>
        <p:spPr>
          <a:xfrm>
            <a:off x="4791456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4" name="s11-active:2:403:rect"/>
          <p:cNvSpPr/>
          <p:nvPr/>
        </p:nvSpPr>
        <p:spPr>
          <a:xfrm>
            <a:off x="4878324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5" name="s11-active:2:404:rect"/>
          <p:cNvSpPr/>
          <p:nvPr/>
        </p:nvSpPr>
        <p:spPr>
          <a:xfrm>
            <a:off x="4965192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6" name="s11-active:2:405:rect"/>
          <p:cNvSpPr/>
          <p:nvPr/>
        </p:nvSpPr>
        <p:spPr>
          <a:xfrm>
            <a:off x="5052060" y="2194560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07" name="s11-active:2:406:rect"/>
          <p:cNvSpPr/>
          <p:nvPr/>
        </p:nvSpPr>
        <p:spPr>
          <a:xfrm>
            <a:off x="5138928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8" name="s11-active:2:407:rect"/>
          <p:cNvSpPr/>
          <p:nvPr/>
        </p:nvSpPr>
        <p:spPr>
          <a:xfrm>
            <a:off x="5225796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09" name="s11-active:2:408:rect"/>
          <p:cNvSpPr/>
          <p:nvPr/>
        </p:nvSpPr>
        <p:spPr>
          <a:xfrm>
            <a:off x="5312664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0" name="s11-active:2:409:rect"/>
          <p:cNvSpPr/>
          <p:nvPr/>
        </p:nvSpPr>
        <p:spPr>
          <a:xfrm>
            <a:off x="5399532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1" name="s11-active:2:410:rect"/>
          <p:cNvSpPr/>
          <p:nvPr/>
        </p:nvSpPr>
        <p:spPr>
          <a:xfrm>
            <a:off x="5486400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2" name="s11-active:2:411:rect"/>
          <p:cNvSpPr/>
          <p:nvPr/>
        </p:nvSpPr>
        <p:spPr>
          <a:xfrm>
            <a:off x="5573268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3" name="s11-active:2:412:rect"/>
          <p:cNvSpPr/>
          <p:nvPr/>
        </p:nvSpPr>
        <p:spPr>
          <a:xfrm>
            <a:off x="5660136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4" name="s11-active:2:413:rect"/>
          <p:cNvSpPr/>
          <p:nvPr/>
        </p:nvSpPr>
        <p:spPr>
          <a:xfrm>
            <a:off x="5747004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5" name="s11-active:2:414:rect"/>
          <p:cNvSpPr/>
          <p:nvPr/>
        </p:nvSpPr>
        <p:spPr>
          <a:xfrm>
            <a:off x="5833872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6" name="s11-active:2:415:rect"/>
          <p:cNvSpPr/>
          <p:nvPr/>
        </p:nvSpPr>
        <p:spPr>
          <a:xfrm>
            <a:off x="5920740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7" name="s11-active:2:416:rect"/>
          <p:cNvSpPr/>
          <p:nvPr/>
        </p:nvSpPr>
        <p:spPr>
          <a:xfrm>
            <a:off x="6007608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8" name="s11-active:2:417:rect"/>
          <p:cNvSpPr/>
          <p:nvPr/>
        </p:nvSpPr>
        <p:spPr>
          <a:xfrm>
            <a:off x="6094476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19" name="s11-active:2:418:rect"/>
          <p:cNvSpPr/>
          <p:nvPr/>
        </p:nvSpPr>
        <p:spPr>
          <a:xfrm>
            <a:off x="6181344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0" name="s11-active:2:419:rect"/>
          <p:cNvSpPr/>
          <p:nvPr/>
        </p:nvSpPr>
        <p:spPr>
          <a:xfrm>
            <a:off x="6268212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1" name="s11-active:2:420:rect"/>
          <p:cNvSpPr/>
          <p:nvPr/>
        </p:nvSpPr>
        <p:spPr>
          <a:xfrm>
            <a:off x="6355080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2" name="s11-active:2:421:rect"/>
          <p:cNvSpPr/>
          <p:nvPr/>
        </p:nvSpPr>
        <p:spPr>
          <a:xfrm>
            <a:off x="6441948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3" name="s11-active:2:422:rect"/>
          <p:cNvSpPr/>
          <p:nvPr/>
        </p:nvSpPr>
        <p:spPr>
          <a:xfrm>
            <a:off x="6528816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4" name="s11-active:2:423:rect"/>
          <p:cNvSpPr/>
          <p:nvPr/>
        </p:nvSpPr>
        <p:spPr>
          <a:xfrm>
            <a:off x="6615684" y="219456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5" name="s11-active:2:424:rect"/>
          <p:cNvSpPr/>
          <p:nvPr/>
        </p:nvSpPr>
        <p:spPr>
          <a:xfrm>
            <a:off x="4617720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6" name="s11-active:2:425:rect"/>
          <p:cNvSpPr/>
          <p:nvPr/>
        </p:nvSpPr>
        <p:spPr>
          <a:xfrm>
            <a:off x="4704588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7" name="s11-active:2:426:rect"/>
          <p:cNvSpPr/>
          <p:nvPr/>
        </p:nvSpPr>
        <p:spPr>
          <a:xfrm>
            <a:off x="4791456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8" name="s11-active:2:427:rect"/>
          <p:cNvSpPr/>
          <p:nvPr/>
        </p:nvSpPr>
        <p:spPr>
          <a:xfrm>
            <a:off x="4878324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29" name="s11-active:2:428:rect"/>
          <p:cNvSpPr/>
          <p:nvPr/>
        </p:nvSpPr>
        <p:spPr>
          <a:xfrm>
            <a:off x="4965192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0" name="s11-active:2:429:rect"/>
          <p:cNvSpPr/>
          <p:nvPr/>
        </p:nvSpPr>
        <p:spPr>
          <a:xfrm>
            <a:off x="5052060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1" name="s11-active:2:430:rect"/>
          <p:cNvSpPr/>
          <p:nvPr/>
        </p:nvSpPr>
        <p:spPr>
          <a:xfrm>
            <a:off x="5138928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2" name="s11-active:2:431:rect"/>
          <p:cNvSpPr/>
          <p:nvPr/>
        </p:nvSpPr>
        <p:spPr>
          <a:xfrm>
            <a:off x="5225796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3" name="s11-active:2:432:rect"/>
          <p:cNvSpPr/>
          <p:nvPr/>
        </p:nvSpPr>
        <p:spPr>
          <a:xfrm>
            <a:off x="5312664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4" name="s11-active:2:433:rect"/>
          <p:cNvSpPr/>
          <p:nvPr/>
        </p:nvSpPr>
        <p:spPr>
          <a:xfrm>
            <a:off x="5399532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5" name="s11-active:2:434:rect"/>
          <p:cNvSpPr/>
          <p:nvPr/>
        </p:nvSpPr>
        <p:spPr>
          <a:xfrm>
            <a:off x="5486400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6" name="s11-active:2:435:rect"/>
          <p:cNvSpPr/>
          <p:nvPr/>
        </p:nvSpPr>
        <p:spPr>
          <a:xfrm>
            <a:off x="5573268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7" name="s11-active:2:436:rect"/>
          <p:cNvSpPr/>
          <p:nvPr/>
        </p:nvSpPr>
        <p:spPr>
          <a:xfrm>
            <a:off x="5660136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8" name="s11-active:2:437:rect"/>
          <p:cNvSpPr/>
          <p:nvPr/>
        </p:nvSpPr>
        <p:spPr>
          <a:xfrm>
            <a:off x="5747004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39" name="s11-active:2:438:rect"/>
          <p:cNvSpPr/>
          <p:nvPr/>
        </p:nvSpPr>
        <p:spPr>
          <a:xfrm>
            <a:off x="5833872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0" name="s11-active:2:439:rect"/>
          <p:cNvSpPr/>
          <p:nvPr/>
        </p:nvSpPr>
        <p:spPr>
          <a:xfrm>
            <a:off x="5920740" y="228142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41" name="s11-active:2:440:rect"/>
          <p:cNvSpPr/>
          <p:nvPr/>
        </p:nvSpPr>
        <p:spPr>
          <a:xfrm>
            <a:off x="6007608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2" name="s11-active:2:441:rect"/>
          <p:cNvSpPr/>
          <p:nvPr/>
        </p:nvSpPr>
        <p:spPr>
          <a:xfrm>
            <a:off x="6094476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3" name="s11-active:2:442:rect"/>
          <p:cNvSpPr/>
          <p:nvPr/>
        </p:nvSpPr>
        <p:spPr>
          <a:xfrm>
            <a:off x="6181344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4" name="s11-active:2:443:rect"/>
          <p:cNvSpPr/>
          <p:nvPr/>
        </p:nvSpPr>
        <p:spPr>
          <a:xfrm>
            <a:off x="6268212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5" name="s11-active:2:444:rect"/>
          <p:cNvSpPr/>
          <p:nvPr/>
        </p:nvSpPr>
        <p:spPr>
          <a:xfrm>
            <a:off x="6355080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6" name="s11-active:2:445:rect"/>
          <p:cNvSpPr/>
          <p:nvPr/>
        </p:nvSpPr>
        <p:spPr>
          <a:xfrm>
            <a:off x="6441948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7" name="s11-active:2:446:rect"/>
          <p:cNvSpPr/>
          <p:nvPr/>
        </p:nvSpPr>
        <p:spPr>
          <a:xfrm>
            <a:off x="6528816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8" name="s11-active:2:447:rect"/>
          <p:cNvSpPr/>
          <p:nvPr/>
        </p:nvSpPr>
        <p:spPr>
          <a:xfrm>
            <a:off x="6615684" y="228142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49" name="s11-active:2:448:rect"/>
          <p:cNvSpPr/>
          <p:nvPr/>
        </p:nvSpPr>
        <p:spPr>
          <a:xfrm>
            <a:off x="4617720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0" name="s11-active:2:449:rect"/>
          <p:cNvSpPr/>
          <p:nvPr/>
        </p:nvSpPr>
        <p:spPr>
          <a:xfrm>
            <a:off x="4704588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1" name="s11-active:2:450:rect"/>
          <p:cNvSpPr/>
          <p:nvPr/>
        </p:nvSpPr>
        <p:spPr>
          <a:xfrm>
            <a:off x="4791456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2" name="s11-active:2:451:rect"/>
          <p:cNvSpPr/>
          <p:nvPr/>
        </p:nvSpPr>
        <p:spPr>
          <a:xfrm>
            <a:off x="4878324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3" name="s11-active:2:452:rect"/>
          <p:cNvSpPr/>
          <p:nvPr/>
        </p:nvSpPr>
        <p:spPr>
          <a:xfrm>
            <a:off x="4965192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4" name="s11-active:2:453:rect"/>
          <p:cNvSpPr/>
          <p:nvPr/>
        </p:nvSpPr>
        <p:spPr>
          <a:xfrm>
            <a:off x="5052060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5" name="s11-active:2:454:rect"/>
          <p:cNvSpPr/>
          <p:nvPr/>
        </p:nvSpPr>
        <p:spPr>
          <a:xfrm>
            <a:off x="5138928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6" name="s11-active:2:455:rect"/>
          <p:cNvSpPr/>
          <p:nvPr/>
        </p:nvSpPr>
        <p:spPr>
          <a:xfrm>
            <a:off x="5225796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7" name="s11-active:2:456:rect"/>
          <p:cNvSpPr/>
          <p:nvPr/>
        </p:nvSpPr>
        <p:spPr>
          <a:xfrm>
            <a:off x="5312664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8" name="s11-active:2:457:rect"/>
          <p:cNvSpPr/>
          <p:nvPr/>
        </p:nvSpPr>
        <p:spPr>
          <a:xfrm>
            <a:off x="5399532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59" name="s11-active:2:458:rect"/>
          <p:cNvSpPr/>
          <p:nvPr/>
        </p:nvSpPr>
        <p:spPr>
          <a:xfrm>
            <a:off x="5486400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0" name="s11-active:2:459:rect"/>
          <p:cNvSpPr/>
          <p:nvPr/>
        </p:nvSpPr>
        <p:spPr>
          <a:xfrm>
            <a:off x="5573268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1" name="s11-active:2:460:rect"/>
          <p:cNvSpPr/>
          <p:nvPr/>
        </p:nvSpPr>
        <p:spPr>
          <a:xfrm>
            <a:off x="5660136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2" name="s11-active:2:461:rect"/>
          <p:cNvSpPr/>
          <p:nvPr/>
        </p:nvSpPr>
        <p:spPr>
          <a:xfrm>
            <a:off x="5747004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3" name="s11-active:2:462:rect"/>
          <p:cNvSpPr/>
          <p:nvPr/>
        </p:nvSpPr>
        <p:spPr>
          <a:xfrm>
            <a:off x="5833872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4" name="s11-active:2:463:rect"/>
          <p:cNvSpPr/>
          <p:nvPr/>
        </p:nvSpPr>
        <p:spPr>
          <a:xfrm>
            <a:off x="5920740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5" name="s11-active:2:464:rect"/>
          <p:cNvSpPr/>
          <p:nvPr/>
        </p:nvSpPr>
        <p:spPr>
          <a:xfrm>
            <a:off x="6007608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6" name="s11-active:2:465:rect"/>
          <p:cNvSpPr/>
          <p:nvPr/>
        </p:nvSpPr>
        <p:spPr>
          <a:xfrm>
            <a:off x="6094476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7" name="s11-active:2:466:rect"/>
          <p:cNvSpPr/>
          <p:nvPr/>
        </p:nvSpPr>
        <p:spPr>
          <a:xfrm>
            <a:off x="6181344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8" name="s11-active:2:467:rect"/>
          <p:cNvSpPr/>
          <p:nvPr/>
        </p:nvSpPr>
        <p:spPr>
          <a:xfrm>
            <a:off x="6268212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69" name="s11-active:2:468:rect"/>
          <p:cNvSpPr/>
          <p:nvPr/>
        </p:nvSpPr>
        <p:spPr>
          <a:xfrm>
            <a:off x="6355080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0" name="s11-active:2:469:rect"/>
          <p:cNvSpPr/>
          <p:nvPr/>
        </p:nvSpPr>
        <p:spPr>
          <a:xfrm>
            <a:off x="6441948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1" name="s11-active:2:470:rect"/>
          <p:cNvSpPr/>
          <p:nvPr/>
        </p:nvSpPr>
        <p:spPr>
          <a:xfrm>
            <a:off x="6528816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2" name="s11-active:2:471:rect"/>
          <p:cNvSpPr/>
          <p:nvPr/>
        </p:nvSpPr>
        <p:spPr>
          <a:xfrm>
            <a:off x="6615684" y="236829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3" name="s11-active:2:472:rect"/>
          <p:cNvSpPr/>
          <p:nvPr/>
        </p:nvSpPr>
        <p:spPr>
          <a:xfrm>
            <a:off x="4617720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4" name="s11-active:2:473:rect"/>
          <p:cNvSpPr/>
          <p:nvPr/>
        </p:nvSpPr>
        <p:spPr>
          <a:xfrm>
            <a:off x="4704588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5" name="s11-active:2:474:rect"/>
          <p:cNvSpPr/>
          <p:nvPr/>
        </p:nvSpPr>
        <p:spPr>
          <a:xfrm>
            <a:off x="4791456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6" name="s11-active:2:475:rect"/>
          <p:cNvSpPr/>
          <p:nvPr/>
        </p:nvSpPr>
        <p:spPr>
          <a:xfrm>
            <a:off x="4878324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7" name="s11-active:2:476:rect"/>
          <p:cNvSpPr/>
          <p:nvPr/>
        </p:nvSpPr>
        <p:spPr>
          <a:xfrm>
            <a:off x="4965192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8" name="s11-active:2:477:rect"/>
          <p:cNvSpPr/>
          <p:nvPr/>
        </p:nvSpPr>
        <p:spPr>
          <a:xfrm>
            <a:off x="5052060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79" name="s11-active:2:478:rect"/>
          <p:cNvSpPr/>
          <p:nvPr/>
        </p:nvSpPr>
        <p:spPr>
          <a:xfrm>
            <a:off x="5138928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0" name="s11-active:2:479:rect"/>
          <p:cNvSpPr/>
          <p:nvPr/>
        </p:nvSpPr>
        <p:spPr>
          <a:xfrm>
            <a:off x="5225796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1" name="s11-active:2:480:rect"/>
          <p:cNvSpPr/>
          <p:nvPr/>
        </p:nvSpPr>
        <p:spPr>
          <a:xfrm>
            <a:off x="5312664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2" name="s11-active:2:481:rect"/>
          <p:cNvSpPr/>
          <p:nvPr/>
        </p:nvSpPr>
        <p:spPr>
          <a:xfrm>
            <a:off x="5399532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3" name="s11-active:2:482:rect"/>
          <p:cNvSpPr/>
          <p:nvPr/>
        </p:nvSpPr>
        <p:spPr>
          <a:xfrm>
            <a:off x="5486400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4" name="s11-active:2:483:rect"/>
          <p:cNvSpPr/>
          <p:nvPr/>
        </p:nvSpPr>
        <p:spPr>
          <a:xfrm>
            <a:off x="5573268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5" name="s11-active:2:484:rect"/>
          <p:cNvSpPr/>
          <p:nvPr/>
        </p:nvSpPr>
        <p:spPr>
          <a:xfrm>
            <a:off x="5660136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6" name="s11-active:2:485:rect"/>
          <p:cNvSpPr/>
          <p:nvPr/>
        </p:nvSpPr>
        <p:spPr>
          <a:xfrm>
            <a:off x="5747004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7" name="s11-active:2:486:rect"/>
          <p:cNvSpPr/>
          <p:nvPr/>
        </p:nvSpPr>
        <p:spPr>
          <a:xfrm>
            <a:off x="5833872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8" name="s11-active:2:487:rect"/>
          <p:cNvSpPr/>
          <p:nvPr/>
        </p:nvSpPr>
        <p:spPr>
          <a:xfrm>
            <a:off x="5920740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89" name="s11-active:2:488:rect"/>
          <p:cNvSpPr/>
          <p:nvPr/>
        </p:nvSpPr>
        <p:spPr>
          <a:xfrm>
            <a:off x="6007608" y="2455164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490" name="s11-active:2:489:rect"/>
          <p:cNvSpPr/>
          <p:nvPr/>
        </p:nvSpPr>
        <p:spPr>
          <a:xfrm>
            <a:off x="6094476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1" name="s11-active:2:490:rect"/>
          <p:cNvSpPr/>
          <p:nvPr/>
        </p:nvSpPr>
        <p:spPr>
          <a:xfrm>
            <a:off x="6181344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2" name="s11-active:2:491:rect"/>
          <p:cNvSpPr/>
          <p:nvPr/>
        </p:nvSpPr>
        <p:spPr>
          <a:xfrm>
            <a:off x="6268212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3" name="s11-active:2:492:rect"/>
          <p:cNvSpPr/>
          <p:nvPr/>
        </p:nvSpPr>
        <p:spPr>
          <a:xfrm>
            <a:off x="6355080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4" name="s11-active:2:493:rect"/>
          <p:cNvSpPr/>
          <p:nvPr/>
        </p:nvSpPr>
        <p:spPr>
          <a:xfrm>
            <a:off x="6441948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5" name="s11-active:2:494:rect"/>
          <p:cNvSpPr/>
          <p:nvPr/>
        </p:nvSpPr>
        <p:spPr>
          <a:xfrm>
            <a:off x="6528816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6" name="s11-active:2:495:rect"/>
          <p:cNvSpPr/>
          <p:nvPr/>
        </p:nvSpPr>
        <p:spPr>
          <a:xfrm>
            <a:off x="6615684" y="245516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7" name="s11-active:2:496:rect"/>
          <p:cNvSpPr/>
          <p:nvPr/>
        </p:nvSpPr>
        <p:spPr>
          <a:xfrm>
            <a:off x="4617720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8" name="s11-active:2:497:rect"/>
          <p:cNvSpPr/>
          <p:nvPr/>
        </p:nvSpPr>
        <p:spPr>
          <a:xfrm>
            <a:off x="4704588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499" name="s11-active:2:498:rect"/>
          <p:cNvSpPr/>
          <p:nvPr/>
        </p:nvSpPr>
        <p:spPr>
          <a:xfrm>
            <a:off x="4791456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0" name="s11-active:2:499:rect"/>
          <p:cNvSpPr/>
          <p:nvPr/>
        </p:nvSpPr>
        <p:spPr>
          <a:xfrm>
            <a:off x="4878324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1" name="s11-active:2:500:rect"/>
          <p:cNvSpPr/>
          <p:nvPr/>
        </p:nvSpPr>
        <p:spPr>
          <a:xfrm>
            <a:off x="4965192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2" name="s11-active:2:501:rect"/>
          <p:cNvSpPr/>
          <p:nvPr/>
        </p:nvSpPr>
        <p:spPr>
          <a:xfrm>
            <a:off x="5052060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3" name="s11-active:2:502:rect"/>
          <p:cNvSpPr/>
          <p:nvPr/>
        </p:nvSpPr>
        <p:spPr>
          <a:xfrm>
            <a:off x="5138928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4" name="s11-active:2:503:rect"/>
          <p:cNvSpPr/>
          <p:nvPr/>
        </p:nvSpPr>
        <p:spPr>
          <a:xfrm>
            <a:off x="5225796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5" name="s11-active:2:504:rect"/>
          <p:cNvSpPr/>
          <p:nvPr/>
        </p:nvSpPr>
        <p:spPr>
          <a:xfrm>
            <a:off x="5312664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6" name="s11-active:2:505:rect"/>
          <p:cNvSpPr/>
          <p:nvPr/>
        </p:nvSpPr>
        <p:spPr>
          <a:xfrm>
            <a:off x="5399532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7" name="s11-active:2:506:rect"/>
          <p:cNvSpPr/>
          <p:nvPr/>
        </p:nvSpPr>
        <p:spPr>
          <a:xfrm>
            <a:off x="5486400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8" name="s11-active:2:507:rect"/>
          <p:cNvSpPr/>
          <p:nvPr/>
        </p:nvSpPr>
        <p:spPr>
          <a:xfrm>
            <a:off x="5573268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09" name="s11-active:2:508:rect"/>
          <p:cNvSpPr/>
          <p:nvPr/>
        </p:nvSpPr>
        <p:spPr>
          <a:xfrm>
            <a:off x="5660136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0" name="s11-active:2:509:rect"/>
          <p:cNvSpPr/>
          <p:nvPr/>
        </p:nvSpPr>
        <p:spPr>
          <a:xfrm>
            <a:off x="5747004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1" name="s11-active:2:510:rect"/>
          <p:cNvSpPr/>
          <p:nvPr/>
        </p:nvSpPr>
        <p:spPr>
          <a:xfrm>
            <a:off x="5833872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2" name="s11-active:2:511:rect"/>
          <p:cNvSpPr/>
          <p:nvPr/>
        </p:nvSpPr>
        <p:spPr>
          <a:xfrm>
            <a:off x="5920740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3" name="s11-active:2:512:rect"/>
          <p:cNvSpPr/>
          <p:nvPr/>
        </p:nvSpPr>
        <p:spPr>
          <a:xfrm>
            <a:off x="6007608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4" name="s11-active:2:513:rect"/>
          <p:cNvSpPr/>
          <p:nvPr/>
        </p:nvSpPr>
        <p:spPr>
          <a:xfrm>
            <a:off x="6094476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5" name="s11-active:2:514:rect"/>
          <p:cNvSpPr/>
          <p:nvPr/>
        </p:nvSpPr>
        <p:spPr>
          <a:xfrm>
            <a:off x="6181344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6" name="s11-active:2:515:rect"/>
          <p:cNvSpPr/>
          <p:nvPr/>
        </p:nvSpPr>
        <p:spPr>
          <a:xfrm>
            <a:off x="6268212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7" name="s11-active:2:516:rect"/>
          <p:cNvSpPr/>
          <p:nvPr/>
        </p:nvSpPr>
        <p:spPr>
          <a:xfrm>
            <a:off x="6355080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8" name="s11-active:2:517:rect"/>
          <p:cNvSpPr/>
          <p:nvPr/>
        </p:nvSpPr>
        <p:spPr>
          <a:xfrm>
            <a:off x="6441948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19" name="s11-active:2:518:rect"/>
          <p:cNvSpPr/>
          <p:nvPr/>
        </p:nvSpPr>
        <p:spPr>
          <a:xfrm>
            <a:off x="6528816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0" name="s11-active:2:519:rect"/>
          <p:cNvSpPr/>
          <p:nvPr/>
        </p:nvSpPr>
        <p:spPr>
          <a:xfrm>
            <a:off x="6615684" y="254203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1" name="s11-active:2:520:rect"/>
          <p:cNvSpPr/>
          <p:nvPr/>
        </p:nvSpPr>
        <p:spPr>
          <a:xfrm>
            <a:off x="4617720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2" name="s11-active:2:521:rect"/>
          <p:cNvSpPr/>
          <p:nvPr/>
        </p:nvSpPr>
        <p:spPr>
          <a:xfrm>
            <a:off x="4704588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3" name="s11-active:2:522:rect"/>
          <p:cNvSpPr/>
          <p:nvPr/>
        </p:nvSpPr>
        <p:spPr>
          <a:xfrm>
            <a:off x="4791456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4" name="s11-active:2:523:rect"/>
          <p:cNvSpPr/>
          <p:nvPr/>
        </p:nvSpPr>
        <p:spPr>
          <a:xfrm>
            <a:off x="4878324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5" name="s11-active:2:524:rect"/>
          <p:cNvSpPr/>
          <p:nvPr/>
        </p:nvSpPr>
        <p:spPr>
          <a:xfrm>
            <a:off x="4965192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6" name="s11-active:2:525:rect"/>
          <p:cNvSpPr/>
          <p:nvPr/>
        </p:nvSpPr>
        <p:spPr>
          <a:xfrm>
            <a:off x="5052060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7" name="s11-active:2:526:rect"/>
          <p:cNvSpPr/>
          <p:nvPr/>
        </p:nvSpPr>
        <p:spPr>
          <a:xfrm>
            <a:off x="5138928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8" name="s11-active:2:527:rect"/>
          <p:cNvSpPr/>
          <p:nvPr/>
        </p:nvSpPr>
        <p:spPr>
          <a:xfrm>
            <a:off x="5225796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29" name="s11-active:2:528:rect"/>
          <p:cNvSpPr/>
          <p:nvPr/>
        </p:nvSpPr>
        <p:spPr>
          <a:xfrm>
            <a:off x="5312664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0" name="s11-active:2:529:rect"/>
          <p:cNvSpPr/>
          <p:nvPr/>
        </p:nvSpPr>
        <p:spPr>
          <a:xfrm>
            <a:off x="5399532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1" name="s11-active:2:530:rect"/>
          <p:cNvSpPr/>
          <p:nvPr/>
        </p:nvSpPr>
        <p:spPr>
          <a:xfrm>
            <a:off x="5486400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2" name="s11-active:2:531:rect"/>
          <p:cNvSpPr/>
          <p:nvPr/>
        </p:nvSpPr>
        <p:spPr>
          <a:xfrm>
            <a:off x="5573268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3" name="s11-active:2:532:rect"/>
          <p:cNvSpPr/>
          <p:nvPr/>
        </p:nvSpPr>
        <p:spPr>
          <a:xfrm>
            <a:off x="5660136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4" name="s11-active:2:533:rect"/>
          <p:cNvSpPr/>
          <p:nvPr/>
        </p:nvSpPr>
        <p:spPr>
          <a:xfrm>
            <a:off x="5747004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5" name="s11-active:2:534:rect"/>
          <p:cNvSpPr/>
          <p:nvPr/>
        </p:nvSpPr>
        <p:spPr>
          <a:xfrm>
            <a:off x="5833872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6" name="s11-active:2:535:rect"/>
          <p:cNvSpPr/>
          <p:nvPr/>
        </p:nvSpPr>
        <p:spPr>
          <a:xfrm>
            <a:off x="5920740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7" name="s11-active:2:536:rect"/>
          <p:cNvSpPr/>
          <p:nvPr/>
        </p:nvSpPr>
        <p:spPr>
          <a:xfrm>
            <a:off x="6007608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8" name="s11-active:2:537:rect"/>
          <p:cNvSpPr/>
          <p:nvPr/>
        </p:nvSpPr>
        <p:spPr>
          <a:xfrm>
            <a:off x="6094476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39" name="s11-active:2:538:rect"/>
          <p:cNvSpPr/>
          <p:nvPr/>
        </p:nvSpPr>
        <p:spPr>
          <a:xfrm>
            <a:off x="6181344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0" name="s11-active:2:539:rect"/>
          <p:cNvSpPr/>
          <p:nvPr/>
        </p:nvSpPr>
        <p:spPr>
          <a:xfrm>
            <a:off x="6268212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1" name="s11-active:2:540:rect"/>
          <p:cNvSpPr/>
          <p:nvPr/>
        </p:nvSpPr>
        <p:spPr>
          <a:xfrm>
            <a:off x="6355080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2" name="s11-active:2:541:rect"/>
          <p:cNvSpPr/>
          <p:nvPr/>
        </p:nvSpPr>
        <p:spPr>
          <a:xfrm>
            <a:off x="6441948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3" name="s11-active:2:542:rect"/>
          <p:cNvSpPr/>
          <p:nvPr/>
        </p:nvSpPr>
        <p:spPr>
          <a:xfrm>
            <a:off x="6528816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4" name="s11-active:2:543:rect"/>
          <p:cNvSpPr/>
          <p:nvPr/>
        </p:nvSpPr>
        <p:spPr>
          <a:xfrm>
            <a:off x="6615684" y="262890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5" name="s11-active:2:544:rect"/>
          <p:cNvSpPr/>
          <p:nvPr/>
        </p:nvSpPr>
        <p:spPr>
          <a:xfrm>
            <a:off x="4617720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6" name="s11-active:2:545:rect"/>
          <p:cNvSpPr/>
          <p:nvPr/>
        </p:nvSpPr>
        <p:spPr>
          <a:xfrm>
            <a:off x="4704588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7" name="s11-active:2:546:rect"/>
          <p:cNvSpPr/>
          <p:nvPr/>
        </p:nvSpPr>
        <p:spPr>
          <a:xfrm>
            <a:off x="4791456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8" name="s11-active:2:547:rect"/>
          <p:cNvSpPr/>
          <p:nvPr/>
        </p:nvSpPr>
        <p:spPr>
          <a:xfrm>
            <a:off x="4878324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49" name="s11-active:2:548:rect"/>
          <p:cNvSpPr/>
          <p:nvPr/>
        </p:nvSpPr>
        <p:spPr>
          <a:xfrm>
            <a:off x="4965192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0" name="s11-active:2:549:rect"/>
          <p:cNvSpPr/>
          <p:nvPr/>
        </p:nvSpPr>
        <p:spPr>
          <a:xfrm>
            <a:off x="5052060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1" name="s11-active:2:550:rect"/>
          <p:cNvSpPr/>
          <p:nvPr/>
        </p:nvSpPr>
        <p:spPr>
          <a:xfrm>
            <a:off x="5138928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2" name="s11-active:2:551:rect"/>
          <p:cNvSpPr/>
          <p:nvPr/>
        </p:nvSpPr>
        <p:spPr>
          <a:xfrm>
            <a:off x="5225796" y="2715768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553" name="s11-active:2:552:rect"/>
          <p:cNvSpPr/>
          <p:nvPr/>
        </p:nvSpPr>
        <p:spPr>
          <a:xfrm>
            <a:off x="5312664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4" name="s11-active:2:553:rect"/>
          <p:cNvSpPr/>
          <p:nvPr/>
        </p:nvSpPr>
        <p:spPr>
          <a:xfrm>
            <a:off x="5399532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5" name="s11-active:2:554:rect"/>
          <p:cNvSpPr/>
          <p:nvPr/>
        </p:nvSpPr>
        <p:spPr>
          <a:xfrm>
            <a:off x="5486400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6" name="s11-active:2:555:rect"/>
          <p:cNvSpPr/>
          <p:nvPr/>
        </p:nvSpPr>
        <p:spPr>
          <a:xfrm>
            <a:off x="5573268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7" name="s11-active:2:556:rect"/>
          <p:cNvSpPr/>
          <p:nvPr/>
        </p:nvSpPr>
        <p:spPr>
          <a:xfrm>
            <a:off x="5660136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8" name="s11-active:2:557:rect"/>
          <p:cNvSpPr/>
          <p:nvPr/>
        </p:nvSpPr>
        <p:spPr>
          <a:xfrm>
            <a:off x="5747004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59" name="s11-active:2:558:rect"/>
          <p:cNvSpPr/>
          <p:nvPr/>
        </p:nvSpPr>
        <p:spPr>
          <a:xfrm>
            <a:off x="5833872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0" name="s11-active:2:559:rect"/>
          <p:cNvSpPr/>
          <p:nvPr/>
        </p:nvSpPr>
        <p:spPr>
          <a:xfrm>
            <a:off x="5920740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1" name="s11-active:2:560:rect"/>
          <p:cNvSpPr/>
          <p:nvPr/>
        </p:nvSpPr>
        <p:spPr>
          <a:xfrm>
            <a:off x="6007608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2" name="s11-active:2:561:rect"/>
          <p:cNvSpPr/>
          <p:nvPr/>
        </p:nvSpPr>
        <p:spPr>
          <a:xfrm>
            <a:off x="6094476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3" name="s11-active:2:562:rect"/>
          <p:cNvSpPr/>
          <p:nvPr/>
        </p:nvSpPr>
        <p:spPr>
          <a:xfrm>
            <a:off x="6181344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4" name="s11-active:2:563:rect"/>
          <p:cNvSpPr/>
          <p:nvPr/>
        </p:nvSpPr>
        <p:spPr>
          <a:xfrm>
            <a:off x="6268212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5" name="s11-active:2:564:rect"/>
          <p:cNvSpPr/>
          <p:nvPr/>
        </p:nvSpPr>
        <p:spPr>
          <a:xfrm>
            <a:off x="6355080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6" name="s11-active:2:565:rect"/>
          <p:cNvSpPr/>
          <p:nvPr/>
        </p:nvSpPr>
        <p:spPr>
          <a:xfrm>
            <a:off x="6441948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7" name="s11-active:2:566:rect"/>
          <p:cNvSpPr/>
          <p:nvPr/>
        </p:nvSpPr>
        <p:spPr>
          <a:xfrm>
            <a:off x="6528816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8" name="s11-active:2:567:rect"/>
          <p:cNvSpPr/>
          <p:nvPr/>
        </p:nvSpPr>
        <p:spPr>
          <a:xfrm>
            <a:off x="6615684" y="271576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69" name="s11-active:2:568:rect"/>
          <p:cNvSpPr/>
          <p:nvPr/>
        </p:nvSpPr>
        <p:spPr>
          <a:xfrm>
            <a:off x="4617720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0" name="s11-active:2:569:rect"/>
          <p:cNvSpPr/>
          <p:nvPr/>
        </p:nvSpPr>
        <p:spPr>
          <a:xfrm>
            <a:off x="4704588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1" name="s11-active:2:570:rect"/>
          <p:cNvSpPr/>
          <p:nvPr/>
        </p:nvSpPr>
        <p:spPr>
          <a:xfrm>
            <a:off x="4791456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2" name="s11-active:2:571:rect"/>
          <p:cNvSpPr/>
          <p:nvPr/>
        </p:nvSpPr>
        <p:spPr>
          <a:xfrm>
            <a:off x="4878324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3" name="s11-active:2:572:rect"/>
          <p:cNvSpPr/>
          <p:nvPr/>
        </p:nvSpPr>
        <p:spPr>
          <a:xfrm>
            <a:off x="4965192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4" name="s11-active:2:573:rect"/>
          <p:cNvSpPr/>
          <p:nvPr/>
        </p:nvSpPr>
        <p:spPr>
          <a:xfrm>
            <a:off x="5052060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5" name="s11-active:2:574:rect"/>
          <p:cNvSpPr/>
          <p:nvPr/>
        </p:nvSpPr>
        <p:spPr>
          <a:xfrm>
            <a:off x="5138928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6" name="s11-active:2:575:rect"/>
          <p:cNvSpPr/>
          <p:nvPr/>
        </p:nvSpPr>
        <p:spPr>
          <a:xfrm>
            <a:off x="5225796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7" name="s11-active:2:576:rect"/>
          <p:cNvSpPr/>
          <p:nvPr/>
        </p:nvSpPr>
        <p:spPr>
          <a:xfrm>
            <a:off x="5312664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8" name="s11-active:2:577:rect"/>
          <p:cNvSpPr/>
          <p:nvPr/>
        </p:nvSpPr>
        <p:spPr>
          <a:xfrm>
            <a:off x="5399532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79" name="s11-active:2:578:rect"/>
          <p:cNvSpPr/>
          <p:nvPr/>
        </p:nvSpPr>
        <p:spPr>
          <a:xfrm>
            <a:off x="5486400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0" name="s11-active:2:579:rect"/>
          <p:cNvSpPr/>
          <p:nvPr/>
        </p:nvSpPr>
        <p:spPr>
          <a:xfrm>
            <a:off x="5573268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1" name="s11-active:2:580:rect"/>
          <p:cNvSpPr/>
          <p:nvPr/>
        </p:nvSpPr>
        <p:spPr>
          <a:xfrm>
            <a:off x="5660136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2" name="s11-active:2:581:rect"/>
          <p:cNvSpPr/>
          <p:nvPr/>
        </p:nvSpPr>
        <p:spPr>
          <a:xfrm>
            <a:off x="5747004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3" name="s11-active:2:582:rect"/>
          <p:cNvSpPr/>
          <p:nvPr/>
        </p:nvSpPr>
        <p:spPr>
          <a:xfrm>
            <a:off x="5833872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4" name="s11-active:2:583:rect"/>
          <p:cNvSpPr/>
          <p:nvPr/>
        </p:nvSpPr>
        <p:spPr>
          <a:xfrm>
            <a:off x="5920740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5" name="s11-active:2:584:rect"/>
          <p:cNvSpPr/>
          <p:nvPr/>
        </p:nvSpPr>
        <p:spPr>
          <a:xfrm>
            <a:off x="6007608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6" name="s11-active:2:585:rect"/>
          <p:cNvSpPr/>
          <p:nvPr/>
        </p:nvSpPr>
        <p:spPr>
          <a:xfrm>
            <a:off x="6094476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7" name="s11-active:2:586:rect"/>
          <p:cNvSpPr/>
          <p:nvPr/>
        </p:nvSpPr>
        <p:spPr>
          <a:xfrm>
            <a:off x="6181344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8" name="s11-active:2:587:rect"/>
          <p:cNvSpPr/>
          <p:nvPr/>
        </p:nvSpPr>
        <p:spPr>
          <a:xfrm>
            <a:off x="6268212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89" name="s11-active:2:588:rect"/>
          <p:cNvSpPr/>
          <p:nvPr/>
        </p:nvSpPr>
        <p:spPr>
          <a:xfrm>
            <a:off x="6355080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0" name="s11-active:2:589:rect"/>
          <p:cNvSpPr/>
          <p:nvPr/>
        </p:nvSpPr>
        <p:spPr>
          <a:xfrm>
            <a:off x="6441948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1" name="s11-active:2:590:rect"/>
          <p:cNvSpPr/>
          <p:nvPr/>
        </p:nvSpPr>
        <p:spPr>
          <a:xfrm>
            <a:off x="6528816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2" name="s11-active:2:591:rect"/>
          <p:cNvSpPr/>
          <p:nvPr/>
        </p:nvSpPr>
        <p:spPr>
          <a:xfrm>
            <a:off x="6615684" y="280263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3" name="s11-active:2:592:rect"/>
          <p:cNvSpPr/>
          <p:nvPr/>
        </p:nvSpPr>
        <p:spPr>
          <a:xfrm>
            <a:off x="4617720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4" name="s11-active:2:593:rect"/>
          <p:cNvSpPr/>
          <p:nvPr/>
        </p:nvSpPr>
        <p:spPr>
          <a:xfrm>
            <a:off x="4704588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5" name="s11-active:2:594:rect"/>
          <p:cNvSpPr/>
          <p:nvPr/>
        </p:nvSpPr>
        <p:spPr>
          <a:xfrm>
            <a:off x="4791456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6" name="s11-active:2:595:rect"/>
          <p:cNvSpPr/>
          <p:nvPr/>
        </p:nvSpPr>
        <p:spPr>
          <a:xfrm>
            <a:off x="4878324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7" name="s11-active:2:596:rect"/>
          <p:cNvSpPr/>
          <p:nvPr/>
        </p:nvSpPr>
        <p:spPr>
          <a:xfrm>
            <a:off x="4965192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8" name="s11-active:2:597:rect"/>
          <p:cNvSpPr/>
          <p:nvPr/>
        </p:nvSpPr>
        <p:spPr>
          <a:xfrm>
            <a:off x="5052060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599" name="s11-active:2:598:rect"/>
          <p:cNvSpPr/>
          <p:nvPr/>
        </p:nvSpPr>
        <p:spPr>
          <a:xfrm>
            <a:off x="5138928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0" name="s11-active:2:599:rect"/>
          <p:cNvSpPr/>
          <p:nvPr/>
        </p:nvSpPr>
        <p:spPr>
          <a:xfrm>
            <a:off x="5225796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1" name="s11-active:2:600:rect"/>
          <p:cNvSpPr/>
          <p:nvPr/>
        </p:nvSpPr>
        <p:spPr>
          <a:xfrm>
            <a:off x="5312664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2" name="s11-active:2:601:rect"/>
          <p:cNvSpPr/>
          <p:nvPr/>
        </p:nvSpPr>
        <p:spPr>
          <a:xfrm>
            <a:off x="5399532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3" name="s11-active:2:602:rect"/>
          <p:cNvSpPr/>
          <p:nvPr/>
        </p:nvSpPr>
        <p:spPr>
          <a:xfrm>
            <a:off x="5486400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4" name="s11-active:2:603:rect"/>
          <p:cNvSpPr/>
          <p:nvPr/>
        </p:nvSpPr>
        <p:spPr>
          <a:xfrm>
            <a:off x="5573268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5" name="s11-active:2:604:rect"/>
          <p:cNvSpPr/>
          <p:nvPr/>
        </p:nvSpPr>
        <p:spPr>
          <a:xfrm>
            <a:off x="5660136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6" name="s11-active:2:605:rect"/>
          <p:cNvSpPr/>
          <p:nvPr/>
        </p:nvSpPr>
        <p:spPr>
          <a:xfrm>
            <a:off x="5747004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7" name="s11-active:2:606:rect"/>
          <p:cNvSpPr/>
          <p:nvPr/>
        </p:nvSpPr>
        <p:spPr>
          <a:xfrm>
            <a:off x="5833872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8" name="s11-active:2:607:rect"/>
          <p:cNvSpPr/>
          <p:nvPr/>
        </p:nvSpPr>
        <p:spPr>
          <a:xfrm>
            <a:off x="5920740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09" name="s11-active:2:608:rect"/>
          <p:cNvSpPr/>
          <p:nvPr/>
        </p:nvSpPr>
        <p:spPr>
          <a:xfrm>
            <a:off x="6007608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0" name="s11-active:2:609:rect"/>
          <p:cNvSpPr/>
          <p:nvPr/>
        </p:nvSpPr>
        <p:spPr>
          <a:xfrm>
            <a:off x="6094476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1" name="s11-active:2:610:rect"/>
          <p:cNvSpPr/>
          <p:nvPr/>
        </p:nvSpPr>
        <p:spPr>
          <a:xfrm>
            <a:off x="6181344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2" name="s11-active:2:611:rect"/>
          <p:cNvSpPr/>
          <p:nvPr/>
        </p:nvSpPr>
        <p:spPr>
          <a:xfrm>
            <a:off x="6268212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3" name="s11-active:2:612:rect"/>
          <p:cNvSpPr/>
          <p:nvPr/>
        </p:nvSpPr>
        <p:spPr>
          <a:xfrm>
            <a:off x="6355080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4" name="s11-active:2:613:rect"/>
          <p:cNvSpPr/>
          <p:nvPr/>
        </p:nvSpPr>
        <p:spPr>
          <a:xfrm>
            <a:off x="6441948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5" name="s11-active:2:614:rect"/>
          <p:cNvSpPr/>
          <p:nvPr/>
        </p:nvSpPr>
        <p:spPr>
          <a:xfrm>
            <a:off x="6528816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6" name="s11-active:2:615:rect"/>
          <p:cNvSpPr/>
          <p:nvPr/>
        </p:nvSpPr>
        <p:spPr>
          <a:xfrm>
            <a:off x="6615684" y="288950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7" name="s11-active:2:616:rect"/>
          <p:cNvSpPr/>
          <p:nvPr/>
        </p:nvSpPr>
        <p:spPr>
          <a:xfrm>
            <a:off x="4617720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8" name="s11-active:2:617:rect"/>
          <p:cNvSpPr/>
          <p:nvPr/>
        </p:nvSpPr>
        <p:spPr>
          <a:xfrm>
            <a:off x="4704588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19" name="s11-active:2:618:rect"/>
          <p:cNvSpPr/>
          <p:nvPr/>
        </p:nvSpPr>
        <p:spPr>
          <a:xfrm>
            <a:off x="4791456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0" name="s11-active:2:619:rect"/>
          <p:cNvSpPr/>
          <p:nvPr/>
        </p:nvSpPr>
        <p:spPr>
          <a:xfrm>
            <a:off x="4878324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1" name="s11-active:2:620:rect"/>
          <p:cNvSpPr/>
          <p:nvPr/>
        </p:nvSpPr>
        <p:spPr>
          <a:xfrm>
            <a:off x="4965192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2" name="s11-active:2:621:rect"/>
          <p:cNvSpPr/>
          <p:nvPr/>
        </p:nvSpPr>
        <p:spPr>
          <a:xfrm>
            <a:off x="5052060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3" name="s11-active:2:622:rect"/>
          <p:cNvSpPr/>
          <p:nvPr/>
        </p:nvSpPr>
        <p:spPr>
          <a:xfrm>
            <a:off x="5138928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4" name="s11-active:2:623:rect"/>
          <p:cNvSpPr/>
          <p:nvPr/>
        </p:nvSpPr>
        <p:spPr>
          <a:xfrm>
            <a:off x="5225796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5" name="s11-active:2:624:rect"/>
          <p:cNvSpPr/>
          <p:nvPr/>
        </p:nvSpPr>
        <p:spPr>
          <a:xfrm>
            <a:off x="5312664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6" name="s11-active:2:625:rect"/>
          <p:cNvSpPr/>
          <p:nvPr/>
        </p:nvSpPr>
        <p:spPr>
          <a:xfrm>
            <a:off x="5399532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7" name="s11-active:2:626:rect"/>
          <p:cNvSpPr/>
          <p:nvPr/>
        </p:nvSpPr>
        <p:spPr>
          <a:xfrm>
            <a:off x="5486400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8" name="s11-active:2:627:rect"/>
          <p:cNvSpPr/>
          <p:nvPr/>
        </p:nvSpPr>
        <p:spPr>
          <a:xfrm>
            <a:off x="5573268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29" name="s11-active:2:628:rect"/>
          <p:cNvSpPr/>
          <p:nvPr/>
        </p:nvSpPr>
        <p:spPr>
          <a:xfrm>
            <a:off x="5660136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0" name="s11-active:2:629:rect"/>
          <p:cNvSpPr/>
          <p:nvPr/>
        </p:nvSpPr>
        <p:spPr>
          <a:xfrm>
            <a:off x="5747004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1" name="s11-active:2:630:rect"/>
          <p:cNvSpPr/>
          <p:nvPr/>
        </p:nvSpPr>
        <p:spPr>
          <a:xfrm>
            <a:off x="5833872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2" name="s11-active:2:631:rect"/>
          <p:cNvSpPr/>
          <p:nvPr/>
        </p:nvSpPr>
        <p:spPr>
          <a:xfrm>
            <a:off x="5920740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3" name="s11-active:2:632:rect"/>
          <p:cNvSpPr/>
          <p:nvPr/>
        </p:nvSpPr>
        <p:spPr>
          <a:xfrm>
            <a:off x="6007608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4" name="s11-active:2:633:rect"/>
          <p:cNvSpPr/>
          <p:nvPr/>
        </p:nvSpPr>
        <p:spPr>
          <a:xfrm>
            <a:off x="6094476" y="297637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635" name="s11-active:2:634:rect"/>
          <p:cNvSpPr/>
          <p:nvPr/>
        </p:nvSpPr>
        <p:spPr>
          <a:xfrm>
            <a:off x="6181344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6" name="s11-active:2:635:rect"/>
          <p:cNvSpPr/>
          <p:nvPr/>
        </p:nvSpPr>
        <p:spPr>
          <a:xfrm>
            <a:off x="6268212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7" name="s11-active:2:636:rect"/>
          <p:cNvSpPr/>
          <p:nvPr/>
        </p:nvSpPr>
        <p:spPr>
          <a:xfrm>
            <a:off x="6355080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8" name="s11-active:2:637:rect"/>
          <p:cNvSpPr/>
          <p:nvPr/>
        </p:nvSpPr>
        <p:spPr>
          <a:xfrm>
            <a:off x="6441948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39" name="s11-active:2:638:rect"/>
          <p:cNvSpPr/>
          <p:nvPr/>
        </p:nvSpPr>
        <p:spPr>
          <a:xfrm>
            <a:off x="6528816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0" name="s11-active:2:639:rect"/>
          <p:cNvSpPr/>
          <p:nvPr/>
        </p:nvSpPr>
        <p:spPr>
          <a:xfrm>
            <a:off x="6615684" y="297637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1" name="s11-active:2:640:rect"/>
          <p:cNvSpPr/>
          <p:nvPr/>
        </p:nvSpPr>
        <p:spPr>
          <a:xfrm>
            <a:off x="4617720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2" name="s11-active:2:641:rect"/>
          <p:cNvSpPr/>
          <p:nvPr/>
        </p:nvSpPr>
        <p:spPr>
          <a:xfrm>
            <a:off x="4704588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3" name="s11-active:2:642:rect"/>
          <p:cNvSpPr/>
          <p:nvPr/>
        </p:nvSpPr>
        <p:spPr>
          <a:xfrm>
            <a:off x="4791456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4" name="s11-active:2:643:rect"/>
          <p:cNvSpPr/>
          <p:nvPr/>
        </p:nvSpPr>
        <p:spPr>
          <a:xfrm>
            <a:off x="4878324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5" name="s11-active:2:644:rect"/>
          <p:cNvSpPr/>
          <p:nvPr/>
        </p:nvSpPr>
        <p:spPr>
          <a:xfrm>
            <a:off x="4965192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6" name="s11-active:2:645:rect"/>
          <p:cNvSpPr/>
          <p:nvPr/>
        </p:nvSpPr>
        <p:spPr>
          <a:xfrm>
            <a:off x="5052060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7" name="s11-active:2:646:rect"/>
          <p:cNvSpPr/>
          <p:nvPr/>
        </p:nvSpPr>
        <p:spPr>
          <a:xfrm>
            <a:off x="5138928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8" name="s11-active:2:647:rect"/>
          <p:cNvSpPr/>
          <p:nvPr/>
        </p:nvSpPr>
        <p:spPr>
          <a:xfrm>
            <a:off x="5225796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49" name="s11-active:2:648:rect"/>
          <p:cNvSpPr/>
          <p:nvPr/>
        </p:nvSpPr>
        <p:spPr>
          <a:xfrm>
            <a:off x="5312664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0" name="s11-active:2:649:rect"/>
          <p:cNvSpPr/>
          <p:nvPr/>
        </p:nvSpPr>
        <p:spPr>
          <a:xfrm>
            <a:off x="5399532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1" name="s11-active:2:650:rect"/>
          <p:cNvSpPr/>
          <p:nvPr/>
        </p:nvSpPr>
        <p:spPr>
          <a:xfrm>
            <a:off x="5486400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2" name="s11-active:2:651:rect"/>
          <p:cNvSpPr/>
          <p:nvPr/>
        </p:nvSpPr>
        <p:spPr>
          <a:xfrm>
            <a:off x="5573268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3" name="s11-active:2:652:rect"/>
          <p:cNvSpPr/>
          <p:nvPr/>
        </p:nvSpPr>
        <p:spPr>
          <a:xfrm>
            <a:off x="5660136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4" name="s11-active:2:653:rect"/>
          <p:cNvSpPr/>
          <p:nvPr/>
        </p:nvSpPr>
        <p:spPr>
          <a:xfrm>
            <a:off x="5747004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5" name="s11-active:2:654:rect"/>
          <p:cNvSpPr/>
          <p:nvPr/>
        </p:nvSpPr>
        <p:spPr>
          <a:xfrm>
            <a:off x="5833872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6" name="s11-active:2:655:rect"/>
          <p:cNvSpPr/>
          <p:nvPr/>
        </p:nvSpPr>
        <p:spPr>
          <a:xfrm>
            <a:off x="5920740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7" name="s11-active:2:656:rect"/>
          <p:cNvSpPr/>
          <p:nvPr/>
        </p:nvSpPr>
        <p:spPr>
          <a:xfrm>
            <a:off x="6007608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8" name="s11-active:2:657:rect"/>
          <p:cNvSpPr/>
          <p:nvPr/>
        </p:nvSpPr>
        <p:spPr>
          <a:xfrm>
            <a:off x="6094476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59" name="s11-active:2:658:rect"/>
          <p:cNvSpPr/>
          <p:nvPr/>
        </p:nvSpPr>
        <p:spPr>
          <a:xfrm>
            <a:off x="6181344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0" name="s11-active:2:659:rect"/>
          <p:cNvSpPr/>
          <p:nvPr/>
        </p:nvSpPr>
        <p:spPr>
          <a:xfrm>
            <a:off x="6268212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1" name="s11-active:2:660:rect"/>
          <p:cNvSpPr/>
          <p:nvPr/>
        </p:nvSpPr>
        <p:spPr>
          <a:xfrm>
            <a:off x="6355080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2" name="s11-active:2:661:rect"/>
          <p:cNvSpPr/>
          <p:nvPr/>
        </p:nvSpPr>
        <p:spPr>
          <a:xfrm>
            <a:off x="6441948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3" name="s11-active:2:662:rect"/>
          <p:cNvSpPr/>
          <p:nvPr/>
        </p:nvSpPr>
        <p:spPr>
          <a:xfrm>
            <a:off x="6528816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4" name="s11-active:2:663:rect"/>
          <p:cNvSpPr/>
          <p:nvPr/>
        </p:nvSpPr>
        <p:spPr>
          <a:xfrm>
            <a:off x="6615684" y="306324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5" name="s11-active:2:664:rect"/>
          <p:cNvSpPr/>
          <p:nvPr/>
        </p:nvSpPr>
        <p:spPr>
          <a:xfrm>
            <a:off x="4617720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6" name="s11-active:2:665:rect"/>
          <p:cNvSpPr/>
          <p:nvPr/>
        </p:nvSpPr>
        <p:spPr>
          <a:xfrm>
            <a:off x="4704588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7" name="s11-active:2:666:rect"/>
          <p:cNvSpPr/>
          <p:nvPr/>
        </p:nvSpPr>
        <p:spPr>
          <a:xfrm>
            <a:off x="4791456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8" name="s11-active:2:667:rect"/>
          <p:cNvSpPr/>
          <p:nvPr/>
        </p:nvSpPr>
        <p:spPr>
          <a:xfrm>
            <a:off x="4878324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69" name="s11-active:2:668:rect"/>
          <p:cNvSpPr/>
          <p:nvPr/>
        </p:nvSpPr>
        <p:spPr>
          <a:xfrm>
            <a:off x="4965192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0" name="s11-active:2:669:rect"/>
          <p:cNvSpPr/>
          <p:nvPr/>
        </p:nvSpPr>
        <p:spPr>
          <a:xfrm>
            <a:off x="5052060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1" name="s11-active:2:670:rect"/>
          <p:cNvSpPr/>
          <p:nvPr/>
        </p:nvSpPr>
        <p:spPr>
          <a:xfrm>
            <a:off x="5138928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2" name="s11-active:2:671:rect"/>
          <p:cNvSpPr/>
          <p:nvPr/>
        </p:nvSpPr>
        <p:spPr>
          <a:xfrm>
            <a:off x="5225796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3" name="s11-active:2:672:rect"/>
          <p:cNvSpPr/>
          <p:nvPr/>
        </p:nvSpPr>
        <p:spPr>
          <a:xfrm>
            <a:off x="5312664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4" name="s11-active:2:673:rect"/>
          <p:cNvSpPr/>
          <p:nvPr/>
        </p:nvSpPr>
        <p:spPr>
          <a:xfrm>
            <a:off x="5399532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5" name="s11-active:2:674:rect"/>
          <p:cNvSpPr/>
          <p:nvPr/>
        </p:nvSpPr>
        <p:spPr>
          <a:xfrm>
            <a:off x="5486400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6" name="s11-active:2:675:rect"/>
          <p:cNvSpPr/>
          <p:nvPr/>
        </p:nvSpPr>
        <p:spPr>
          <a:xfrm>
            <a:off x="5573268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7" name="s11-active:2:676:rect"/>
          <p:cNvSpPr/>
          <p:nvPr/>
        </p:nvSpPr>
        <p:spPr>
          <a:xfrm>
            <a:off x="5660136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8" name="s11-active:2:677:rect"/>
          <p:cNvSpPr/>
          <p:nvPr/>
        </p:nvSpPr>
        <p:spPr>
          <a:xfrm>
            <a:off x="5747004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79" name="s11-active:2:678:rect"/>
          <p:cNvSpPr/>
          <p:nvPr/>
        </p:nvSpPr>
        <p:spPr>
          <a:xfrm>
            <a:off x="5833872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0" name="s11-active:2:679:rect"/>
          <p:cNvSpPr/>
          <p:nvPr/>
        </p:nvSpPr>
        <p:spPr>
          <a:xfrm>
            <a:off x="5920740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1" name="s11-active:2:680:rect"/>
          <p:cNvSpPr/>
          <p:nvPr/>
        </p:nvSpPr>
        <p:spPr>
          <a:xfrm>
            <a:off x="6007608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2" name="s11-active:2:681:rect"/>
          <p:cNvSpPr/>
          <p:nvPr/>
        </p:nvSpPr>
        <p:spPr>
          <a:xfrm>
            <a:off x="6094476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3" name="s11-active:2:682:rect"/>
          <p:cNvSpPr/>
          <p:nvPr/>
        </p:nvSpPr>
        <p:spPr>
          <a:xfrm>
            <a:off x="6181344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4" name="s11-active:2:683:rect"/>
          <p:cNvSpPr/>
          <p:nvPr/>
        </p:nvSpPr>
        <p:spPr>
          <a:xfrm>
            <a:off x="6268212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5" name="s11-active:2:684:rect"/>
          <p:cNvSpPr/>
          <p:nvPr/>
        </p:nvSpPr>
        <p:spPr>
          <a:xfrm>
            <a:off x="6355080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6" name="s11-active:2:685:rect"/>
          <p:cNvSpPr/>
          <p:nvPr/>
        </p:nvSpPr>
        <p:spPr>
          <a:xfrm>
            <a:off x="6441948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7" name="s11-active:2:686:rect"/>
          <p:cNvSpPr/>
          <p:nvPr/>
        </p:nvSpPr>
        <p:spPr>
          <a:xfrm>
            <a:off x="6528816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8" name="s11-active:2:687:rect"/>
          <p:cNvSpPr/>
          <p:nvPr/>
        </p:nvSpPr>
        <p:spPr>
          <a:xfrm>
            <a:off x="6615684" y="3150108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89" name="s11-active:2:688:rect"/>
          <p:cNvSpPr/>
          <p:nvPr/>
        </p:nvSpPr>
        <p:spPr>
          <a:xfrm>
            <a:off x="4617720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0" name="s11-active:2:689:rect"/>
          <p:cNvSpPr/>
          <p:nvPr/>
        </p:nvSpPr>
        <p:spPr>
          <a:xfrm>
            <a:off x="4704588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1" name="s11-active:2:690:rect"/>
          <p:cNvSpPr/>
          <p:nvPr/>
        </p:nvSpPr>
        <p:spPr>
          <a:xfrm>
            <a:off x="4791456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2" name="s11-active:2:691:rect"/>
          <p:cNvSpPr/>
          <p:nvPr/>
        </p:nvSpPr>
        <p:spPr>
          <a:xfrm>
            <a:off x="4878324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3" name="s11-active:2:692:rect"/>
          <p:cNvSpPr/>
          <p:nvPr/>
        </p:nvSpPr>
        <p:spPr>
          <a:xfrm>
            <a:off x="4965192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4" name="s11-active:2:693:rect"/>
          <p:cNvSpPr/>
          <p:nvPr/>
        </p:nvSpPr>
        <p:spPr>
          <a:xfrm>
            <a:off x="5052060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5" name="s11-active:2:694:rect"/>
          <p:cNvSpPr/>
          <p:nvPr/>
        </p:nvSpPr>
        <p:spPr>
          <a:xfrm>
            <a:off x="5138928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6" name="s11-active:2:695:rect"/>
          <p:cNvSpPr/>
          <p:nvPr/>
        </p:nvSpPr>
        <p:spPr>
          <a:xfrm>
            <a:off x="5225796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7" name="s11-active:2:696:rect"/>
          <p:cNvSpPr/>
          <p:nvPr/>
        </p:nvSpPr>
        <p:spPr>
          <a:xfrm>
            <a:off x="5312664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8" name="s11-active:2:697:rect"/>
          <p:cNvSpPr/>
          <p:nvPr/>
        </p:nvSpPr>
        <p:spPr>
          <a:xfrm>
            <a:off x="5399532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699" name="s11-active:2:698:rect"/>
          <p:cNvSpPr/>
          <p:nvPr/>
        </p:nvSpPr>
        <p:spPr>
          <a:xfrm>
            <a:off x="5486400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0" name="s11-active:2:699:rect"/>
          <p:cNvSpPr/>
          <p:nvPr/>
        </p:nvSpPr>
        <p:spPr>
          <a:xfrm>
            <a:off x="5573268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1" name="s11-active:2:700:rect"/>
          <p:cNvSpPr/>
          <p:nvPr/>
        </p:nvSpPr>
        <p:spPr>
          <a:xfrm>
            <a:off x="5660136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2" name="s11-active:2:701:rect"/>
          <p:cNvSpPr/>
          <p:nvPr/>
        </p:nvSpPr>
        <p:spPr>
          <a:xfrm>
            <a:off x="5747004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3" name="s11-active:2:702:rect"/>
          <p:cNvSpPr/>
          <p:nvPr/>
        </p:nvSpPr>
        <p:spPr>
          <a:xfrm>
            <a:off x="5833872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4" name="s11-active:2:703:rect"/>
          <p:cNvSpPr/>
          <p:nvPr/>
        </p:nvSpPr>
        <p:spPr>
          <a:xfrm>
            <a:off x="5920740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5" name="s11-active:2:704:rect"/>
          <p:cNvSpPr/>
          <p:nvPr/>
        </p:nvSpPr>
        <p:spPr>
          <a:xfrm>
            <a:off x="6007608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6" name="s11-active:2:705:rect"/>
          <p:cNvSpPr/>
          <p:nvPr/>
        </p:nvSpPr>
        <p:spPr>
          <a:xfrm>
            <a:off x="6094476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7" name="s11-active:2:706:rect"/>
          <p:cNvSpPr/>
          <p:nvPr/>
        </p:nvSpPr>
        <p:spPr>
          <a:xfrm>
            <a:off x="6181344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8" name="s11-active:2:707:rect"/>
          <p:cNvSpPr/>
          <p:nvPr/>
        </p:nvSpPr>
        <p:spPr>
          <a:xfrm>
            <a:off x="6268212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09" name="s11-active:2:708:rect"/>
          <p:cNvSpPr/>
          <p:nvPr/>
        </p:nvSpPr>
        <p:spPr>
          <a:xfrm>
            <a:off x="6355080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0" name="s11-active:2:709:rect"/>
          <p:cNvSpPr/>
          <p:nvPr/>
        </p:nvSpPr>
        <p:spPr>
          <a:xfrm>
            <a:off x="6441948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1" name="s11-active:2:710:rect"/>
          <p:cNvSpPr/>
          <p:nvPr/>
        </p:nvSpPr>
        <p:spPr>
          <a:xfrm>
            <a:off x="6528816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2" name="s11-active:2:711:rect"/>
          <p:cNvSpPr/>
          <p:nvPr/>
        </p:nvSpPr>
        <p:spPr>
          <a:xfrm>
            <a:off x="6615684" y="3236976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3" name="s11-active:2:712:rect"/>
          <p:cNvSpPr/>
          <p:nvPr/>
        </p:nvSpPr>
        <p:spPr>
          <a:xfrm>
            <a:off x="4617720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4" name="s11-active:2:713:rect"/>
          <p:cNvSpPr/>
          <p:nvPr/>
        </p:nvSpPr>
        <p:spPr>
          <a:xfrm>
            <a:off x="4704588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5" name="s11-active:2:714:rect"/>
          <p:cNvSpPr/>
          <p:nvPr/>
        </p:nvSpPr>
        <p:spPr>
          <a:xfrm>
            <a:off x="4791456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6" name="s11-active:2:715:rect"/>
          <p:cNvSpPr/>
          <p:nvPr/>
        </p:nvSpPr>
        <p:spPr>
          <a:xfrm>
            <a:off x="4878324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7" name="s11-active:2:716:rect"/>
          <p:cNvSpPr/>
          <p:nvPr/>
        </p:nvSpPr>
        <p:spPr>
          <a:xfrm>
            <a:off x="4965192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8" name="s11-active:2:717:rect"/>
          <p:cNvSpPr/>
          <p:nvPr/>
        </p:nvSpPr>
        <p:spPr>
          <a:xfrm>
            <a:off x="5052060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19" name="s11-active:2:718:rect"/>
          <p:cNvSpPr/>
          <p:nvPr/>
        </p:nvSpPr>
        <p:spPr>
          <a:xfrm>
            <a:off x="5138928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0" name="s11-active:2:719:rect"/>
          <p:cNvSpPr/>
          <p:nvPr/>
        </p:nvSpPr>
        <p:spPr>
          <a:xfrm>
            <a:off x="5225796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1" name="s11-active:2:720:rect"/>
          <p:cNvSpPr/>
          <p:nvPr/>
        </p:nvSpPr>
        <p:spPr>
          <a:xfrm>
            <a:off x="5312664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2" name="s11-active:2:721:rect"/>
          <p:cNvSpPr/>
          <p:nvPr/>
        </p:nvSpPr>
        <p:spPr>
          <a:xfrm>
            <a:off x="5399532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3" name="s11-active:2:722:rect"/>
          <p:cNvSpPr/>
          <p:nvPr/>
        </p:nvSpPr>
        <p:spPr>
          <a:xfrm>
            <a:off x="5486400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4" name="s11-active:2:723:rect"/>
          <p:cNvSpPr/>
          <p:nvPr/>
        </p:nvSpPr>
        <p:spPr>
          <a:xfrm>
            <a:off x="5573268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5" name="s11-active:2:724:rect"/>
          <p:cNvSpPr/>
          <p:nvPr/>
        </p:nvSpPr>
        <p:spPr>
          <a:xfrm>
            <a:off x="5660136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6" name="s11-active:2:725:rect"/>
          <p:cNvSpPr/>
          <p:nvPr/>
        </p:nvSpPr>
        <p:spPr>
          <a:xfrm>
            <a:off x="5747004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7" name="s11-active:2:726:rect"/>
          <p:cNvSpPr/>
          <p:nvPr/>
        </p:nvSpPr>
        <p:spPr>
          <a:xfrm>
            <a:off x="5833872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8" name="s11-active:2:727:rect"/>
          <p:cNvSpPr/>
          <p:nvPr/>
        </p:nvSpPr>
        <p:spPr>
          <a:xfrm>
            <a:off x="5920740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29" name="s11-active:2:728:rect"/>
          <p:cNvSpPr/>
          <p:nvPr/>
        </p:nvSpPr>
        <p:spPr>
          <a:xfrm>
            <a:off x="6007608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0" name="s11-active:2:729:rect"/>
          <p:cNvSpPr/>
          <p:nvPr/>
        </p:nvSpPr>
        <p:spPr>
          <a:xfrm>
            <a:off x="6094476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1" name="s11-active:2:730:rect"/>
          <p:cNvSpPr/>
          <p:nvPr/>
        </p:nvSpPr>
        <p:spPr>
          <a:xfrm>
            <a:off x="6181344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2" name="s11-active:2:731:rect"/>
          <p:cNvSpPr/>
          <p:nvPr/>
        </p:nvSpPr>
        <p:spPr>
          <a:xfrm>
            <a:off x="6268212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3" name="s11-active:2:732:rect"/>
          <p:cNvSpPr/>
          <p:nvPr/>
        </p:nvSpPr>
        <p:spPr>
          <a:xfrm>
            <a:off x="6355080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4" name="s11-active:2:733:rect"/>
          <p:cNvSpPr/>
          <p:nvPr/>
        </p:nvSpPr>
        <p:spPr>
          <a:xfrm>
            <a:off x="6441948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5" name="s11-active:2:734:rect"/>
          <p:cNvSpPr/>
          <p:nvPr/>
        </p:nvSpPr>
        <p:spPr>
          <a:xfrm>
            <a:off x="6528816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6" name="s11-active:2:735:rect"/>
          <p:cNvSpPr/>
          <p:nvPr/>
        </p:nvSpPr>
        <p:spPr>
          <a:xfrm>
            <a:off x="6615684" y="3323844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7" name="s11-active:2:736:rect"/>
          <p:cNvSpPr/>
          <p:nvPr/>
        </p:nvSpPr>
        <p:spPr>
          <a:xfrm>
            <a:off x="4617720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8" name="s11-active:2:737:rect"/>
          <p:cNvSpPr/>
          <p:nvPr/>
        </p:nvSpPr>
        <p:spPr>
          <a:xfrm>
            <a:off x="4704588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39" name="s11-active:2:738:rect"/>
          <p:cNvSpPr/>
          <p:nvPr/>
        </p:nvSpPr>
        <p:spPr>
          <a:xfrm>
            <a:off x="4791456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0" name="s11-active:2:739:rect"/>
          <p:cNvSpPr/>
          <p:nvPr/>
        </p:nvSpPr>
        <p:spPr>
          <a:xfrm>
            <a:off x="4878324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1" name="s11-active:2:740:rect"/>
          <p:cNvSpPr/>
          <p:nvPr/>
        </p:nvSpPr>
        <p:spPr>
          <a:xfrm>
            <a:off x="4965192" y="3410712"/>
            <a:ext cx="64008" cy="64008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742" name="s11-active:2:741:rect"/>
          <p:cNvSpPr/>
          <p:nvPr/>
        </p:nvSpPr>
        <p:spPr>
          <a:xfrm>
            <a:off x="5052060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3" name="s11-active:2:742:rect"/>
          <p:cNvSpPr/>
          <p:nvPr/>
        </p:nvSpPr>
        <p:spPr>
          <a:xfrm>
            <a:off x="5138928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4" name="s11-active:2:743:rect"/>
          <p:cNvSpPr/>
          <p:nvPr/>
        </p:nvSpPr>
        <p:spPr>
          <a:xfrm>
            <a:off x="5225796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5" name="s11-active:2:744:rect"/>
          <p:cNvSpPr/>
          <p:nvPr/>
        </p:nvSpPr>
        <p:spPr>
          <a:xfrm>
            <a:off x="5312664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6" name="s11-active:2:745:rect"/>
          <p:cNvSpPr/>
          <p:nvPr/>
        </p:nvSpPr>
        <p:spPr>
          <a:xfrm>
            <a:off x="5399532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7" name="s11-active:2:746:rect"/>
          <p:cNvSpPr/>
          <p:nvPr/>
        </p:nvSpPr>
        <p:spPr>
          <a:xfrm>
            <a:off x="5486400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8" name="s11-active:2:747:rect"/>
          <p:cNvSpPr/>
          <p:nvPr/>
        </p:nvSpPr>
        <p:spPr>
          <a:xfrm>
            <a:off x="5573268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49" name="s11-active:2:748:rect"/>
          <p:cNvSpPr/>
          <p:nvPr/>
        </p:nvSpPr>
        <p:spPr>
          <a:xfrm>
            <a:off x="5660136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0" name="s11-active:2:749:rect"/>
          <p:cNvSpPr/>
          <p:nvPr/>
        </p:nvSpPr>
        <p:spPr>
          <a:xfrm>
            <a:off x="5747004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1" name="s11-active:2:750:rect"/>
          <p:cNvSpPr/>
          <p:nvPr/>
        </p:nvSpPr>
        <p:spPr>
          <a:xfrm>
            <a:off x="5833872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2" name="s11-active:2:751:rect"/>
          <p:cNvSpPr/>
          <p:nvPr/>
        </p:nvSpPr>
        <p:spPr>
          <a:xfrm>
            <a:off x="5920740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3" name="s11-active:2:752:rect"/>
          <p:cNvSpPr/>
          <p:nvPr/>
        </p:nvSpPr>
        <p:spPr>
          <a:xfrm>
            <a:off x="6007608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4" name="s11-active:2:753:rect"/>
          <p:cNvSpPr/>
          <p:nvPr/>
        </p:nvSpPr>
        <p:spPr>
          <a:xfrm>
            <a:off x="6094476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5" name="s11-active:2:754:rect"/>
          <p:cNvSpPr/>
          <p:nvPr/>
        </p:nvSpPr>
        <p:spPr>
          <a:xfrm>
            <a:off x="6181344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6" name="s11-active:2:755:rect"/>
          <p:cNvSpPr/>
          <p:nvPr/>
        </p:nvSpPr>
        <p:spPr>
          <a:xfrm>
            <a:off x="6268212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7" name="s11-active:2:756:rect"/>
          <p:cNvSpPr/>
          <p:nvPr/>
        </p:nvSpPr>
        <p:spPr>
          <a:xfrm>
            <a:off x="6355080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8" name="s11-active:2:757:rect"/>
          <p:cNvSpPr/>
          <p:nvPr/>
        </p:nvSpPr>
        <p:spPr>
          <a:xfrm>
            <a:off x="6441948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59" name="s11-active:2:758:rect"/>
          <p:cNvSpPr/>
          <p:nvPr/>
        </p:nvSpPr>
        <p:spPr>
          <a:xfrm>
            <a:off x="6528816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0" name="s11-active:2:759:rect"/>
          <p:cNvSpPr/>
          <p:nvPr/>
        </p:nvSpPr>
        <p:spPr>
          <a:xfrm>
            <a:off x="6615684" y="3410712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1" name="s11-active:2:760:rect"/>
          <p:cNvSpPr/>
          <p:nvPr/>
        </p:nvSpPr>
        <p:spPr>
          <a:xfrm>
            <a:off x="4617720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2" name="s11-active:2:761:rect"/>
          <p:cNvSpPr/>
          <p:nvPr/>
        </p:nvSpPr>
        <p:spPr>
          <a:xfrm>
            <a:off x="4704588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3" name="s11-active:2:762:rect"/>
          <p:cNvSpPr/>
          <p:nvPr/>
        </p:nvSpPr>
        <p:spPr>
          <a:xfrm>
            <a:off x="4791456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4" name="s11-active:2:763:rect"/>
          <p:cNvSpPr/>
          <p:nvPr/>
        </p:nvSpPr>
        <p:spPr>
          <a:xfrm>
            <a:off x="4878324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5" name="s11-active:2:764:rect"/>
          <p:cNvSpPr/>
          <p:nvPr/>
        </p:nvSpPr>
        <p:spPr>
          <a:xfrm>
            <a:off x="4965192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6" name="s11-active:2:765:rect"/>
          <p:cNvSpPr/>
          <p:nvPr/>
        </p:nvSpPr>
        <p:spPr>
          <a:xfrm>
            <a:off x="5052060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7" name="s11-active:2:766:rect"/>
          <p:cNvSpPr/>
          <p:nvPr/>
        </p:nvSpPr>
        <p:spPr>
          <a:xfrm>
            <a:off x="5138928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8" name="s11-active:2:767:rect"/>
          <p:cNvSpPr/>
          <p:nvPr/>
        </p:nvSpPr>
        <p:spPr>
          <a:xfrm>
            <a:off x="5225796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69" name="s11-active:2:768:rect"/>
          <p:cNvSpPr/>
          <p:nvPr/>
        </p:nvSpPr>
        <p:spPr>
          <a:xfrm>
            <a:off x="5312664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0" name="s11-active:2:769:rect"/>
          <p:cNvSpPr/>
          <p:nvPr/>
        </p:nvSpPr>
        <p:spPr>
          <a:xfrm>
            <a:off x="5399532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1" name="s11-active:2:770:rect"/>
          <p:cNvSpPr/>
          <p:nvPr/>
        </p:nvSpPr>
        <p:spPr>
          <a:xfrm>
            <a:off x="5486400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2" name="s11-active:2:771:rect"/>
          <p:cNvSpPr/>
          <p:nvPr/>
        </p:nvSpPr>
        <p:spPr>
          <a:xfrm>
            <a:off x="5573268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3" name="s11-active:2:772:rect"/>
          <p:cNvSpPr/>
          <p:nvPr/>
        </p:nvSpPr>
        <p:spPr>
          <a:xfrm>
            <a:off x="5660136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4" name="s11-active:2:773:rect"/>
          <p:cNvSpPr/>
          <p:nvPr/>
        </p:nvSpPr>
        <p:spPr>
          <a:xfrm>
            <a:off x="5747004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5" name="s11-active:2:774:rect"/>
          <p:cNvSpPr/>
          <p:nvPr/>
        </p:nvSpPr>
        <p:spPr>
          <a:xfrm>
            <a:off x="5833872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6" name="s11-active:2:775:rect"/>
          <p:cNvSpPr/>
          <p:nvPr/>
        </p:nvSpPr>
        <p:spPr>
          <a:xfrm>
            <a:off x="5920740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7" name="s11-active:2:776:rect"/>
          <p:cNvSpPr/>
          <p:nvPr/>
        </p:nvSpPr>
        <p:spPr>
          <a:xfrm>
            <a:off x="6007608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8" name="s11-active:2:777:rect"/>
          <p:cNvSpPr/>
          <p:nvPr/>
        </p:nvSpPr>
        <p:spPr>
          <a:xfrm>
            <a:off x="6094476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79" name="s11-active:2:778:rect"/>
          <p:cNvSpPr/>
          <p:nvPr/>
        </p:nvSpPr>
        <p:spPr>
          <a:xfrm>
            <a:off x="6181344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0" name="s11-active:2:779:rect"/>
          <p:cNvSpPr/>
          <p:nvPr/>
        </p:nvSpPr>
        <p:spPr>
          <a:xfrm>
            <a:off x="6268212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1" name="s11-active:2:780:rect"/>
          <p:cNvSpPr/>
          <p:nvPr/>
        </p:nvSpPr>
        <p:spPr>
          <a:xfrm>
            <a:off x="6355080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2" name="s11-active:2:781:rect"/>
          <p:cNvSpPr/>
          <p:nvPr/>
        </p:nvSpPr>
        <p:spPr>
          <a:xfrm>
            <a:off x="6441948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3" name="s11-active:2:782:rect"/>
          <p:cNvSpPr/>
          <p:nvPr/>
        </p:nvSpPr>
        <p:spPr>
          <a:xfrm>
            <a:off x="6528816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4" name="s11-active:2:783:rect"/>
          <p:cNvSpPr/>
          <p:nvPr/>
        </p:nvSpPr>
        <p:spPr>
          <a:xfrm>
            <a:off x="6615684" y="3497580"/>
            <a:ext cx="64008" cy="64008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785" name="s11-active:2:784:rect"/>
          <p:cNvSpPr/>
          <p:nvPr/>
        </p:nvSpPr>
        <p:spPr>
          <a:xfrm>
            <a:off x="7543800" y="2468880"/>
            <a:ext cx="1097280" cy="54864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786" name="s11-active:2:785:text"/>
          <p:cNvSpPr/>
          <p:nvPr/>
        </p:nvSpPr>
        <p:spPr>
          <a:xfrm>
            <a:off x="7616952" y="251460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Shared</a:t>
            </a:r>
            <a:endParaRPr lang="en-US" sz="1500" dirty="0"/>
          </a:p>
        </p:txBody>
      </p:sp>
      <p:sp>
        <p:nvSpPr>
          <p:cNvPr id="787" name="s11-active:2:786:text"/>
          <p:cNvSpPr/>
          <p:nvPr/>
        </p:nvSpPr>
        <p:spPr>
          <a:xfrm>
            <a:off x="4617720" y="4096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× 35,389,440</a:t>
            </a:r>
            <a:endParaRPr lang="en-US" sz="2000" dirty="0"/>
          </a:p>
        </p:txBody>
      </p:sp>
      <p:sp>
        <p:nvSpPr>
          <p:cNvPr id="788" name="s11-active:2:787:text"/>
          <p:cNvSpPr/>
          <p:nvPr/>
        </p:nvSpPr>
        <p:spPr>
          <a:xfrm>
            <a:off x="461772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247,726,080</a:t>
            </a:r>
            <a:endParaRPr lang="en-US" sz="2400" dirty="0"/>
          </a:p>
        </p:txBody>
      </p:sp>
      <p:sp>
        <p:nvSpPr>
          <p:cNvPr id="789" name="s11-active:3:788:text"/>
          <p:cNvSpPr/>
          <p:nvPr/>
        </p:nvSpPr>
        <p:spPr>
          <a:xfrm>
            <a:off x="548640" y="44439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Router 1,966,080 → 约 136.27 亿</a:t>
            </a:r>
            <a:endParaRPr lang="en-US" sz="1350" dirty="0"/>
          </a:p>
        </p:txBody>
      </p:sp>
      <p:sp>
        <p:nvSpPr>
          <p:cNvPr id="790" name="s11-active:3:789:text"/>
          <p:cNvSpPr/>
          <p:nvPr/>
        </p:nvSpPr>
        <p:spPr>
          <a:xfrm>
            <a:off x="4617720" y="44439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Router → 约 2.50 亿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" dur="1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8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9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0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1" dur="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2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3" dur="1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4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5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6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7" dur="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8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9" dur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0" dur="1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1" dur="1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2" dur="1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3" dur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4" dur="1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5" dur="1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6" dur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7" dur="1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8" dur="1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9" dur="1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5" dur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8" dur="1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2" dur="1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4" dur="1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5" dur="1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8" dur="1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0" dur="1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3" dur="1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4" dur="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7" dur="1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9" dur="1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0" dur="1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2" dur="1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5" dur="1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8" dur="1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9" dur="1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0" dur="1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3" dur="1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4" dur="1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7" dur="1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9" dur="1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0" dur="1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2" dur="1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3" dur="1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4" dur="1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9" dur="1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0" dur="1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2" dur="1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3" dur="1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4" dur="1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5" dur="1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8" dur="1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9" dur="1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2" dur="1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3" dur="1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4" dur="1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5" dur="1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7" dur="1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8" dur="1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9" dur="1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0" dur="1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3" dur="1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4" dur="1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5" dur="1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7" dur="1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8" dur="1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9" dur="1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0" dur="1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2" dur="1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3" dur="1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4" dur="1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5" dur="1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7" dur="1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8" dur="1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9" dur="1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0" dur="1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2" dur="1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3" dur="1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4" dur="1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5" dur="1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7" dur="1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8" dur="1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9" dur="1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0" dur="1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2" dur="1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3" dur="1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4" dur="1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5" dur="1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7" dur="1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8" dur="1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9" dur="1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0" dur="1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2" dur="1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3" dur="1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4" dur="1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5" dur="1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7" dur="1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8" dur="1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9" dur="1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0" dur="1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2" dur="1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3" dur="1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4" dur="1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5" dur="1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7" dur="1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8" dur="1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9" dur="1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0" dur="1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2" dur="1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3" dur="1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4" dur="1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5" dur="1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7" dur="1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8" dur="1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9" dur="1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0" dur="1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2" dur="1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3" dur="1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4" dur="1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5" dur="1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7" dur="1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8" dur="1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9" dur="1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0" dur="1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2" dur="1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3" dur="1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4" dur="1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5" dur="1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7" dur="1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8" dur="1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9" dur="1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0" dur="1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2" dur="1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3" dur="1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4" dur="1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5" dur="1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6" dur="1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7" dur="1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8" dur="1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9" dur="1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0" dur="1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2" dur="1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3" dur="1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4" dur="1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5" dur="1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7" dur="1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8" dur="1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9" dur="1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0" dur="1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1" dur="1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2" dur="1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3" dur="1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4" dur="1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5" dur="1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6" dur="1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7" dur="1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8" dur="1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9" dur="1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0" dur="1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1" dur="1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2" dur="1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3" dur="1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4" dur="1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5" dur="1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6" dur="1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7" dur="1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8" dur="1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9" dur="1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0" dur="1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1" dur="1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2" dur="1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3" dur="1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4" dur="1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5" dur="1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6" dur="1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7" dur="1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8" dur="1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9" dur="1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0" dur="1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1" dur="1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2" dur="1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3" dur="1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4" dur="1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5" dur="1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6" dur="1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7" dur="1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8" dur="1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9" dur="1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0" dur="1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1" dur="1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2" dur="1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3" dur="1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4" dur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5" dur="1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6" dur="1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7" dur="1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8" dur="1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9" dur="1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0" dur="1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1" dur="1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2" dur="1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3" dur="1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4" dur="1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5" dur="1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6" dur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7" dur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8" dur="1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9" dur="1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0" dur="1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1" dur="1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2" dur="1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3" dur="1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4" dur="1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5" dur="1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6" dur="1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7" dur="1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8" dur="1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9" dur="1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0" dur="1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1" dur="1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2" dur="1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3" dur="1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4" dur="1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5" dur="1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6" dur="1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7" dur="1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8" dur="1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9" dur="1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0" dur="1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1" dur="1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2" dur="1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3" dur="1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4" dur="1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5" dur="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6" dur="1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7" dur="1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8" dur="1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9" dur="1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0" dur="1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1" dur="1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2" dur="1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3" dur="1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8" dur="1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9" dur="1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0" dur="1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1" dur="1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2" dur="1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3" dur="1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4" dur="1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5" dur="1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6" dur="1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7" dur="1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8" dur="1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9" dur="1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0" dur="1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1" dur="1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2" dur="1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3" dur="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4" dur="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5" dur="1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6" dur="1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7" dur="1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8" dur="1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9" dur="1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0" dur="1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1" dur="1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2" dur="1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3" dur="1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4" dur="1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5" dur="1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6" dur="1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7" dur="1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8" dur="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9" dur="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0" dur="1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1" dur="1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2" dur="1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3" dur="1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4" dur="1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5" dur="1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6" dur="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7" dur="1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8" dur="1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9" dur="1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0" dur="1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1" dur="1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2" dur="1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3" dur="1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4" dur="1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5" dur="1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6" dur="1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7" dur="1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8" dur="1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9" dur="1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0" dur="1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1" dur="1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2" dur="1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3" dur="1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4" dur="1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5" dur="1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6" dur="1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7" dur="1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8" dur="1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9" dur="1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0" dur="1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1" dur="1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2" dur="1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3" dur="1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4" dur="1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5" dur="1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6" dur="1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7" dur="1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8" dur="1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9" dur="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0" dur="1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1" dur="1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2" dur="1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3" dur="1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4" dur="1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5" dur="1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6" dur="1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7" dur="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8" dur="1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9" dur="1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0" dur="1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1" dur="1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2" dur="1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3" dur="1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4" dur="1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5" dur="1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6" dur="1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7" dur="1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8" dur="1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9" dur="1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0" dur="1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1" dur="1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2" dur="1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3" dur="1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4" dur="1" fill="hold"/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5" dur="1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6" dur="1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7" dur="1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8" dur="1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9" dur="1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0" dur="1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1" dur="1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2" dur="1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3" dur="1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4" dur="1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5" dur="1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6" dur="1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7" dur="1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8" dur="1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9" dur="1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0" dur="1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1" dur="1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2" dur="1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3" dur="1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4" dur="1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5" dur="1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6" dur="1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7" dur="1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8" dur="1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9" dur="1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0" dur="1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1" dur="1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2" dur="1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3" dur="1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4" dur="1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5" dur="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6" dur="1" fill="hold"/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7" dur="1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8" dur="1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9" dur="1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0" dur="1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1" dur="1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2" dur="1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3" dur="1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4" dur="1" fill="hold"/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5" dur="1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6" dur="1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7" dur="1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8" dur="1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9" dur="1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0" dur="1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1" dur="1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2" dur="1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3" dur="1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4" dur="1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5" dur="1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6" dur="1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7" dur="1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8" dur="1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49" dur="1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0" dur="1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1" dur="1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2" dur="1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3" dur="1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4" dur="1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5" dur="1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6" dur="1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7" dur="1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8" dur="1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59" dur="1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0" dur="1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1" dur="1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2" dur="1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3" dur="1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4" dur="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5" dur="1" fill="hold"/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6" dur="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7" dur="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8" dur="1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9" dur="1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0" dur="1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1" dur="1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2" dur="1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3" dur="1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4" dur="1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5" dur="1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6" dur="1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7" dur="1" fill="hold"/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8" dur="1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79" dur="1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0" dur="1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1" dur="1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2" dur="1" fill="hold"/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3" dur="1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4" dur="1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5" dur="1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6" dur="1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7" dur="1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8" dur="1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89" dur="1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0" dur="1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1" dur="1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2" dur="1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3" dur="1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4" dur="1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5" dur="1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6" dur="1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7" dur="1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8" dur="1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9" dur="1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0" dur="1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1" dur="1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2" dur="1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3" dur="1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4" dur="1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5" dur="1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6" dur="1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7" dur="1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8" dur="1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09" dur="1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0" dur="1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1" dur="1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2" dur="1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3" dur="1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4" dur="1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5" dur="1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6" dur="1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7" dur="1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8" dur="1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19" dur="1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0" dur="1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1" dur="1" fill="hold"/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2" dur="1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3" dur="1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4" dur="1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5" dur="1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6" dur="1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7" dur="1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8" dur="1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9" dur="1" fill="hold"/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0" dur="1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1" dur="1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2" dur="1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3" dur="1" fill="hold"/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4" dur="1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5" dur="1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6" dur="1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7" dur="1" fill="hold"/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8" dur="1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9" dur="1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0" dur="1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1" dur="1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2" dur="1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3" dur="1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4" dur="1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5" dur="1" fill="hold"/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6" dur="1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7" dur="1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8" dur="1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49" dur="1" fill="hold"/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0" dur="1" fill="hold"/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1" dur="1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2" dur="1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3" dur="1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4" dur="1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5" dur="1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6" dur="1" fill="hold"/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7" dur="1" fill="hold"/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8" dur="1" fill="hold"/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59" dur="1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0" dur="1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1" dur="1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2" dur="1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3" dur="1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4" dur="1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5" dur="1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6" dur="1" fill="hold"/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7" dur="1" fill="hold"/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8" dur="1" fill="hold"/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69" dur="1" fill="hold"/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0" dur="1" fill="hold"/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1" dur="1" fill="hold"/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2" dur="1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3" dur="1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4" dur="1" fill="hold"/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5" dur="1" fill="hold"/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6" dur="1" fill="hold"/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7" dur="1" fill="hold"/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8" dur="1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79" dur="1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0" dur="1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1" dur="1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2" dur="1" fill="hold"/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3" dur="1" fill="hold"/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4" dur="1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5" dur="1" fill="hold"/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6" dur="1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7" dur="1" fill="hold"/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8" dur="1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89" dur="1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0" dur="1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1" dur="1" fill="hold"/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2" dur="1" fill="hold"/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3" dur="1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4" dur="1" fill="hold"/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5" dur="1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6" dur="1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7" dur="1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8" dur="1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99" dur="1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0" dur="1" fill="hold"/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1" dur="1" fill="hold"/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2" dur="1" fill="hold"/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3" dur="1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4" dur="1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5" dur="1" fill="hold"/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6" dur="1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7" dur="1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8" dur="1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9" dur="1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0" dur="1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1" dur="1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2" dur="1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3" dur="1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4" dur="1" fill="hold"/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5" dur="1" fill="hold"/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6" dur="1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7" dur="1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8" dur="1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19" dur="1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0" dur="1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1" dur="1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2" dur="1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3" dur="1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4" dur="1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5" dur="1" fill="hold"/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6" dur="1" fill="hold"/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7" dur="1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8" dur="1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9" dur="1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0" dur="1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1" dur="1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2" dur="1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3" dur="1" fill="hold"/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4" dur="1" fill="hold"/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5" dur="1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6" dur="1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7" dur="1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8" dur="1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39" dur="1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0" dur="1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1" dur="1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2" dur="1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3" dur="1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4" dur="1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5" dur="1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6" dur="1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7" dur="1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8" dur="1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49" dur="1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0" dur="1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1" dur="1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2" dur="1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3" dur="1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4" dur="1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5" dur="1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6" dur="1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7" dur="1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8" dur="1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9" dur="1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0" dur="1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1" dur="1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2" dur="1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3" dur="1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4" dur="1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5" dur="1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6" dur="1" fill="hold"/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7" dur="1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8" dur="1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69" dur="1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0" dur="1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1" dur="1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2" dur="1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3" dur="1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4" dur="1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5" dur="1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6" dur="1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7" dur="1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8" dur="1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79" dur="1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80" dur="1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81" dur="1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82" dur="1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83" dur="1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84" dur="1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5" fill="hold">
                      <p:stCondLst>
                        <p:cond delay="indefinite"/>
                      </p:stCondLst>
                      <p:childTnLst>
                        <p:par>
                          <p:cTn id="786" fill="hold">
                            <p:stCondLst>
                              <p:cond delay="0"/>
                            </p:stCondLst>
                            <p:childTnLst>
                              <p:par>
                                <p:cTn id="7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89" dur="1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-matmul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从参数到 FLOPs</a:t>
            </a:r>
            <a:endParaRPr lang="en-US" sz="1050" dirty="0"/>
          </a:p>
        </p:txBody>
      </p:sp>
      <p:sp>
        <p:nvSpPr>
          <p:cNvPr id="3" name="s12-matmul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Multiplication：一行 × 一列，生成一个数</a:t>
            </a:r>
            <a:endParaRPr lang="en-US" sz="2700" dirty="0"/>
          </a:p>
        </p:txBody>
      </p:sp>
      <p:sp>
        <p:nvSpPr>
          <p:cNvPr id="4" name="s12-matmul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2-matmul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2-matmul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2-matmul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2-matmul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2-matmul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2-matmul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22</a:t>
            </a:r>
            <a:endParaRPr lang="en-US" sz="1050" dirty="0"/>
          </a:p>
        </p:txBody>
      </p:sp>
      <p:sp>
        <p:nvSpPr>
          <p:cNvPr id="11" name="s12-matmul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2-matmul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2-matmul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2-matmul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2-matmul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2-matmul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2-matmul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2-matmul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2-matmul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2-matmul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2-matmul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2-matmul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2-matmul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2-matmul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2-matmul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2-matmul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2-matmul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2-matmul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2-matmul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2-matmul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2-matmul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2-matmul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2-matmul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2-matmul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2-matmul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2-matmul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2-matmul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2-matmul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2-matmul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2-matmul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2-matmul:0:4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2" name="s12-matmul:0:4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2-matmul:0:4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2-matmul:0:43:text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每次只生成 C 中的一个元素</a:t>
            </a:r>
            <a:endParaRPr lang="en-US" sz="1800" dirty="0"/>
          </a:p>
        </p:txBody>
      </p:sp>
      <p:sp>
        <p:nvSpPr>
          <p:cNvPr id="45" name="s12-matmul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2-matmul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2-matmul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2-matmul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2-matmul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2-matmul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2-matmul:1:50:text"/>
          <p:cNvSpPr/>
          <p:nvPr/>
        </p:nvSpPr>
        <p:spPr>
          <a:xfrm>
            <a:off x="731520" y="2999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 1</a:t>
            </a:r>
            <a:endParaRPr lang="en-US" sz="1700" dirty="0"/>
          </a:p>
        </p:txBody>
      </p:sp>
      <p:sp>
        <p:nvSpPr>
          <p:cNvPr id="52" name="s12-matmul:2:51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12-matmul:2:52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4" name="s12-matmul:2:53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5" name="s12-matmul:2:54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6" name="s12-matmul:2:55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12-matmul:2:56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8" name="s12-matmul:2:57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9" name="s12-matmul:2:58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60" name="s12-matmul:2:59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s12-matmul:2:60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2" name="s12-matmul:2:61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3" name="s12-matmul:2:62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4" name="s12-matmul:2:63:text"/>
          <p:cNvSpPr/>
          <p:nvPr/>
        </p:nvSpPr>
        <p:spPr>
          <a:xfrm>
            <a:off x="306324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Column 1</a:t>
            </a:r>
            <a:endParaRPr lang="en-US" sz="1700" dirty="0"/>
          </a:p>
        </p:txBody>
      </p:sp>
      <p:sp>
        <p:nvSpPr>
          <p:cNvPr id="65" name="s12-matmul:3:64:text"/>
          <p:cNvSpPr/>
          <p:nvPr/>
        </p:nvSpPr>
        <p:spPr>
          <a:xfrm>
            <a:off x="640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1 = 1</a:t>
            </a:r>
            <a:endParaRPr lang="en-US" sz="2300" dirty="0"/>
          </a:p>
        </p:txBody>
      </p:sp>
      <p:sp>
        <p:nvSpPr>
          <p:cNvPr id="66" name="s12-matmul:4:65:text"/>
          <p:cNvSpPr/>
          <p:nvPr/>
        </p:nvSpPr>
        <p:spPr>
          <a:xfrm>
            <a:off x="2926080" y="3767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× 3 = 6</a:t>
            </a:r>
            <a:endParaRPr lang="en-US" sz="2300" dirty="0"/>
          </a:p>
        </p:txBody>
      </p:sp>
      <p:sp>
        <p:nvSpPr>
          <p:cNvPr id="67" name="s12-matmul:5:66:text"/>
          <p:cNvSpPr/>
          <p:nvPr/>
        </p:nvSpPr>
        <p:spPr>
          <a:xfrm>
            <a:off x="5212080" y="3767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× 5 = 15</a:t>
            </a:r>
            <a:endParaRPr lang="en-US" sz="2300" dirty="0"/>
          </a:p>
        </p:txBody>
      </p:sp>
      <p:sp>
        <p:nvSpPr>
          <p:cNvPr id="68" name="s12-matmul:6:67:text"/>
          <p:cNvSpPr/>
          <p:nvPr/>
        </p:nvSpPr>
        <p:spPr>
          <a:xfrm>
            <a:off x="7086600" y="2039112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+ 6 + 15 = 22</a:t>
            </a:r>
            <a:endParaRPr lang="en-US" sz="2400" dirty="0"/>
          </a:p>
        </p:txBody>
      </p:sp>
      <p:sp>
        <p:nvSpPr>
          <p:cNvPr id="69" name="s12-matmul:7:68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0" name="s12-matmul:7:69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71" name="s12-matmul:7:70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2" name="s12-matmul:7:71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3" name="s12-matmul:7:72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4" name="s12-matmul:7:73:line"/>
          <p:cNvSpPr/>
          <p:nvPr/>
        </p:nvSpPr>
        <p:spPr>
          <a:xfrm flipH="1" flipV="1">
            <a:off x="6400800" y="2103120"/>
            <a:ext cx="960120" cy="365760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2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3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-matmul_next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1 矩阵乘法与计数</a:t>
            </a:r>
            <a:endParaRPr lang="en-US" sz="1050" dirty="0"/>
          </a:p>
        </p:txBody>
      </p:sp>
      <p:sp>
        <p:nvSpPr>
          <p:cNvPr id="3" name="s13-matmul_next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换一列，得到下一个输出；重复同样的规则</a:t>
            </a:r>
            <a:endParaRPr lang="en-US" sz="2700" dirty="0"/>
          </a:p>
        </p:txBody>
      </p:sp>
      <p:sp>
        <p:nvSpPr>
          <p:cNvPr id="4" name="s13-matmul_next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3-matmul_next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3-matmul_next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3-matmul_next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3-matmul_next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3-matmul_next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3-matmul_next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22</a:t>
            </a:r>
            <a:endParaRPr lang="en-US" sz="1050" dirty="0"/>
          </a:p>
        </p:txBody>
      </p:sp>
      <p:sp>
        <p:nvSpPr>
          <p:cNvPr id="11" name="s13-matmul_next:0:10:text"/>
          <p:cNvSpPr/>
          <p:nvPr/>
        </p:nvSpPr>
        <p:spPr>
          <a:xfrm>
            <a:off x="731520" y="138988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[2,3]</a:t>
            </a:r>
            <a:endParaRPr lang="en-US" sz="1800" dirty="0"/>
          </a:p>
        </p:txBody>
      </p:sp>
      <p:sp>
        <p:nvSpPr>
          <p:cNvPr id="12" name="s13-matmul_next:0:11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3" name="s13-matmul_next:0:12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s13-matmul_next:0:13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5" name="s13-matmul_next:0:14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s13-matmul_next:0:15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7" name="s13-matmul_next:0:16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s13-matmul_next:0:17:rec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19" name="s13-matmul_next:0:18:text"/>
          <p:cNvSpPr/>
          <p:nvPr/>
        </p:nvSpPr>
        <p:spPr>
          <a:xfrm>
            <a:off x="73152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s13-matmul_next:0:19:rec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1" name="s13-matmul_next:0:20:text"/>
          <p:cNvSpPr/>
          <p:nvPr/>
        </p:nvSpPr>
        <p:spPr>
          <a:xfrm>
            <a:off x="122529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s13-matmul_next:0:21:rec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3" name="s13-matmul_next:0:22:text"/>
          <p:cNvSpPr/>
          <p:nvPr/>
        </p:nvSpPr>
        <p:spPr>
          <a:xfrm>
            <a:off x="1719072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24" name="s13-matmul_next:0:23:text"/>
          <p:cNvSpPr/>
          <p:nvPr/>
        </p:nvSpPr>
        <p:spPr>
          <a:xfrm>
            <a:off x="260604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800" dirty="0"/>
          </a:p>
        </p:txBody>
      </p:sp>
      <p:sp>
        <p:nvSpPr>
          <p:cNvPr id="25" name="s13-matmul_next:0:24:text"/>
          <p:cNvSpPr/>
          <p:nvPr/>
        </p:nvSpPr>
        <p:spPr>
          <a:xfrm>
            <a:off x="3337560" y="120700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[3,2]</a:t>
            </a:r>
            <a:endParaRPr lang="en-US" sz="1800" dirty="0"/>
          </a:p>
        </p:txBody>
      </p:sp>
      <p:sp>
        <p:nvSpPr>
          <p:cNvPr id="26" name="s13-matmul_next:0:25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7" name="s13-matmul_next:0:26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28" name="s13-matmul_next:0:27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29" name="s13-matmul_next:0:28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30" name="s13-matmul_next:0:29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1" name="s13-matmul_next:0:30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32" name="s13-matmul_next:0:31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3" name="s13-matmul_next:0:32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34" name="s13-matmul_next:0:33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5" name="s13-matmul_next:0:34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36" name="s13-matmul_next:0:35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37" name="s13-matmul_next:0:36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38" name="s13-matmul_next:0:37:text"/>
          <p:cNvSpPr/>
          <p:nvPr/>
        </p:nvSpPr>
        <p:spPr>
          <a:xfrm>
            <a:off x="493776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13-matmul_next:0:38:text"/>
          <p:cNvSpPr/>
          <p:nvPr/>
        </p:nvSpPr>
        <p:spPr>
          <a:xfrm>
            <a:off x="5806440" y="138988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[2,2]</a:t>
            </a:r>
            <a:endParaRPr lang="en-US" sz="1800" dirty="0"/>
          </a:p>
        </p:txBody>
      </p:sp>
      <p:sp>
        <p:nvSpPr>
          <p:cNvPr id="40" name="s13-matmul_next:0:39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1" name="s13-matmul_next:0:40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42" name="s13-matmul_next:0:41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3" name="s13-matmul_next:0:42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4" name="s13-matmul_next:0:43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45" name="s13-matmul_next:1:44:rec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13-matmul_next:1:45:text"/>
          <p:cNvSpPr/>
          <p:nvPr/>
        </p:nvSpPr>
        <p:spPr>
          <a:xfrm>
            <a:off x="73152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47" name="s13-matmul_next:1:46:rec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13-matmul_next:1:47:text"/>
          <p:cNvSpPr/>
          <p:nvPr/>
        </p:nvSpPr>
        <p:spPr>
          <a:xfrm>
            <a:off x="122529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49" name="s13-matmul_next:1:48:rec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13-matmul_next:1:49:text"/>
          <p:cNvSpPr/>
          <p:nvPr/>
        </p:nvSpPr>
        <p:spPr>
          <a:xfrm>
            <a:off x="1719072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1" name="s13-matmul_next:1:50:rec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2" name="s13-matmul_next:1:51:text"/>
          <p:cNvSpPr/>
          <p:nvPr/>
        </p:nvSpPr>
        <p:spPr>
          <a:xfrm>
            <a:off x="3337560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300" dirty="0"/>
          </a:p>
        </p:txBody>
      </p:sp>
      <p:sp>
        <p:nvSpPr>
          <p:cNvPr id="53" name="s13-matmul_next:1:52:rec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13-matmul_next:1:53:text"/>
          <p:cNvSpPr/>
          <p:nvPr/>
        </p:nvSpPr>
        <p:spPr>
          <a:xfrm>
            <a:off x="3831336" y="164592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300" dirty="0"/>
          </a:p>
        </p:txBody>
      </p:sp>
      <p:sp>
        <p:nvSpPr>
          <p:cNvPr id="55" name="s13-matmul_next:1:54:rec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56" name="s13-matmul_next:1:55:text"/>
          <p:cNvSpPr/>
          <p:nvPr/>
        </p:nvSpPr>
        <p:spPr>
          <a:xfrm>
            <a:off x="3337560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300" dirty="0"/>
          </a:p>
        </p:txBody>
      </p:sp>
      <p:sp>
        <p:nvSpPr>
          <p:cNvPr id="57" name="s13-matmul_next:1:56:rec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13-matmul_next:1:57:text"/>
          <p:cNvSpPr/>
          <p:nvPr/>
        </p:nvSpPr>
        <p:spPr>
          <a:xfrm>
            <a:off x="3831336" y="213969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300" dirty="0"/>
          </a:p>
        </p:txBody>
      </p:sp>
      <p:sp>
        <p:nvSpPr>
          <p:cNvPr id="59" name="s13-matmul_next:1:58:rec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0" name="s13-matmul_next:1:59:text"/>
          <p:cNvSpPr/>
          <p:nvPr/>
        </p:nvSpPr>
        <p:spPr>
          <a:xfrm>
            <a:off x="3337560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300" dirty="0"/>
          </a:p>
        </p:txBody>
      </p:sp>
      <p:sp>
        <p:nvSpPr>
          <p:cNvPr id="61" name="s13-matmul_next:1:60:rec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13-matmul_next:1:61:text"/>
          <p:cNvSpPr/>
          <p:nvPr/>
        </p:nvSpPr>
        <p:spPr>
          <a:xfrm>
            <a:off x="3831336" y="2633472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300" dirty="0"/>
          </a:p>
        </p:txBody>
      </p:sp>
      <p:sp>
        <p:nvSpPr>
          <p:cNvPr id="63" name="s13-matmul_next:2:62:text"/>
          <p:cNvSpPr/>
          <p:nvPr/>
        </p:nvSpPr>
        <p:spPr>
          <a:xfrm>
            <a:off x="640080" y="34564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2 + 2 × 4 + 3 × 6 = 28</a:t>
            </a:r>
            <a:endParaRPr lang="en-US" sz="2600" dirty="0"/>
          </a:p>
        </p:txBody>
      </p:sp>
      <p:sp>
        <p:nvSpPr>
          <p:cNvPr id="64" name="s13-matmul_next:3:63:rec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5" name="s13-matmul_next:3:64:text"/>
          <p:cNvSpPr/>
          <p:nvPr/>
        </p:nvSpPr>
        <p:spPr>
          <a:xfrm>
            <a:off x="5806440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2300" dirty="0"/>
          </a:p>
        </p:txBody>
      </p:sp>
      <p:sp>
        <p:nvSpPr>
          <p:cNvPr id="66" name="s13-matmul_next:3:65:rec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7" name="s13-matmul_next:3:66:text"/>
          <p:cNvSpPr/>
          <p:nvPr/>
        </p:nvSpPr>
        <p:spPr>
          <a:xfrm>
            <a:off x="6300216" y="1828800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2300" dirty="0"/>
          </a:p>
        </p:txBody>
      </p:sp>
      <p:sp>
        <p:nvSpPr>
          <p:cNvPr id="68" name="s13-matmul_next:3:67:rec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69" name="s13-matmul_next:3:68:text"/>
          <p:cNvSpPr/>
          <p:nvPr/>
        </p:nvSpPr>
        <p:spPr>
          <a:xfrm>
            <a:off x="5806440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2300" dirty="0"/>
          </a:p>
        </p:txBody>
      </p:sp>
      <p:sp>
        <p:nvSpPr>
          <p:cNvPr id="70" name="s13-matmul_next:3:69:rec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8E6"/>
            </a:solidFill>
            <a:prstDash val="solid"/>
          </a:ln>
        </p:spPr>
      </p:sp>
      <p:sp>
        <p:nvSpPr>
          <p:cNvPr id="71" name="s13-matmul_next:3:70:text"/>
          <p:cNvSpPr/>
          <p:nvPr/>
        </p:nvSpPr>
        <p:spPr>
          <a:xfrm>
            <a:off x="6300216" y="2322576"/>
            <a:ext cx="461772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2300" dirty="0"/>
          </a:p>
        </p:txBody>
      </p:sp>
      <p:sp>
        <p:nvSpPr>
          <p:cNvPr id="72" name="s13-matmul_next:4:71:text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一个输出：K 次乘法 + (K−1) 次加法</a:t>
            </a:r>
            <a:endParaRPr lang="en-US" sz="1900" dirty="0"/>
          </a:p>
        </p:txBody>
      </p:sp>
      <p:sp>
        <p:nvSpPr>
          <p:cNvPr id="73" name="s13-matmul_next:4:72:text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本例精确：4 × 5 = 20 FLOPs     常用近似：2MKN = 24 FLOPs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-lowrank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2 Query 投影</a:t>
            </a:r>
            <a:endParaRPr lang="en-US" sz="1050" dirty="0"/>
          </a:p>
        </p:txBody>
      </p:sp>
      <p:sp>
        <p:nvSpPr>
          <p:cNvPr id="3" name="s14-lowrank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Low-Rank Projection：先压缩，再展开</a:t>
            </a:r>
            <a:endParaRPr lang="en-US" sz="2700" dirty="0"/>
          </a:p>
        </p:txBody>
      </p:sp>
      <p:sp>
        <p:nvSpPr>
          <p:cNvPr id="4" name="s14-lowrank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4-lowrank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4-lowrank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4-lowrank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4-lowrank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4-lowrank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4-lowrank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22</a:t>
            </a:r>
            <a:endParaRPr lang="en-US" sz="1050" dirty="0"/>
          </a:p>
        </p:txBody>
      </p:sp>
      <p:sp>
        <p:nvSpPr>
          <p:cNvPr id="11" name="s14-lowrank:0:10:text"/>
          <p:cNvSpPr/>
          <p:nvPr/>
        </p:nvSpPr>
        <p:spPr>
          <a:xfrm>
            <a:off x="45720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800" dirty="0"/>
          </a:p>
        </p:txBody>
      </p:sp>
      <p:sp>
        <p:nvSpPr>
          <p:cNvPr id="12" name="s14-lowrank:0:11:rect"/>
          <p:cNvSpPr/>
          <p:nvPr/>
        </p:nvSpPr>
        <p:spPr>
          <a:xfrm>
            <a:off x="594360" y="2148840"/>
            <a:ext cx="1371600" cy="77724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14-lowrank:1:12:line"/>
          <p:cNvSpPr/>
          <p:nvPr/>
        </p:nvSpPr>
        <p:spPr>
          <a:xfrm>
            <a:off x="2057400" y="2542032"/>
            <a:ext cx="338328" cy="91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14-lowrank:1:13:rect"/>
          <p:cNvSpPr/>
          <p:nvPr/>
        </p:nvSpPr>
        <p:spPr>
          <a:xfrm>
            <a:off x="2468880" y="1993392"/>
            <a:ext cx="1371600" cy="10058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4-lowrank:1:14:text"/>
          <p:cNvSpPr/>
          <p:nvPr/>
        </p:nvSpPr>
        <p:spPr>
          <a:xfrm>
            <a:off x="2542032" y="2039112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[5120,1280]</a:t>
            </a:r>
            <a:endParaRPr lang="en-US" sz="1600" dirty="0"/>
          </a:p>
        </p:txBody>
      </p:sp>
      <p:sp>
        <p:nvSpPr>
          <p:cNvPr id="16" name="s14-lowrank:1:15:rect"/>
          <p:cNvSpPr/>
          <p:nvPr/>
        </p:nvSpPr>
        <p:spPr>
          <a:xfrm>
            <a:off x="4023360" y="2359152"/>
            <a:ext cx="457200" cy="36576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14-lowrank:1:16:text"/>
          <p:cNvSpPr/>
          <p:nvPr/>
        </p:nvSpPr>
        <p:spPr>
          <a:xfrm>
            <a:off x="3767328" y="1572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[1,1280]</a:t>
            </a:r>
            <a:endParaRPr lang="en-US" sz="1500" dirty="0"/>
          </a:p>
        </p:txBody>
      </p:sp>
      <p:sp>
        <p:nvSpPr>
          <p:cNvPr id="18" name="s14-lowrank:1:17:text"/>
          <p:cNvSpPr/>
          <p:nvPr/>
        </p:nvSpPr>
        <p:spPr>
          <a:xfrm>
            <a:off x="201168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13.11 MFLOPs</a:t>
            </a:r>
            <a:endParaRPr lang="en-US" sz="1900" dirty="0"/>
          </a:p>
        </p:txBody>
      </p:sp>
      <p:sp>
        <p:nvSpPr>
          <p:cNvPr id="19" name="s14-lowrank:2:18:rect"/>
          <p:cNvSpPr/>
          <p:nvPr/>
        </p:nvSpPr>
        <p:spPr>
          <a:xfrm>
            <a:off x="3730752" y="320040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20" name="s14-lowrank:2:19:text"/>
          <p:cNvSpPr/>
          <p:nvPr/>
        </p:nvSpPr>
        <p:spPr>
          <a:xfrm>
            <a:off x="3803904" y="3246120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600" dirty="0"/>
          </a:p>
        </p:txBody>
      </p:sp>
      <p:sp>
        <p:nvSpPr>
          <p:cNvPr id="21" name="s14-lowrank:2:20:line"/>
          <p:cNvSpPr/>
          <p:nvPr/>
        </p:nvSpPr>
        <p:spPr>
          <a:xfrm>
            <a:off x="4251960" y="2788920"/>
            <a:ext cx="914" cy="365760"/>
          </a:xfrm>
          <a:prstGeom prst="line">
            <a:avLst/>
          </a:prstGeom>
          <a:noFill/>
          <a:ln w="1905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2" name="s14-lowrank:3:21:line"/>
          <p:cNvSpPr/>
          <p:nvPr/>
        </p:nvSpPr>
        <p:spPr>
          <a:xfrm flipV="1">
            <a:off x="5303520" y="3090672"/>
            <a:ext cx="502920" cy="356616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3" name="s14-lowrank:3:22:rect"/>
          <p:cNvSpPr/>
          <p:nvPr/>
        </p:nvSpPr>
        <p:spPr>
          <a:xfrm>
            <a:off x="5047488" y="1993392"/>
            <a:ext cx="1508760" cy="100584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14-lowrank:3:23:text"/>
          <p:cNvSpPr/>
          <p:nvPr/>
        </p:nvSpPr>
        <p:spPr>
          <a:xfrm>
            <a:off x="5120640" y="2039112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[1280,32768]</a:t>
            </a:r>
            <a:endParaRPr lang="en-US" sz="1600" dirty="0"/>
          </a:p>
        </p:txBody>
      </p:sp>
      <p:sp>
        <p:nvSpPr>
          <p:cNvPr id="25" name="s14-lowrank:3:24:line"/>
          <p:cNvSpPr/>
          <p:nvPr/>
        </p:nvSpPr>
        <p:spPr>
          <a:xfrm>
            <a:off x="6629400" y="2542032"/>
            <a:ext cx="274320" cy="914"/>
          </a:xfrm>
          <a:prstGeom prst="line">
            <a:avLst/>
          </a:prstGeom>
          <a:noFill/>
          <a:ln w="25400">
            <a:solidFill>
              <a:srgbClr val="087F75"/>
            </a:solidFill>
            <a:prstDash val="solid"/>
            <a:tailEnd type="triangle"/>
          </a:ln>
        </p:spPr>
      </p:sp>
      <p:sp>
        <p:nvSpPr>
          <p:cNvPr id="26" name="s14-lowrank:3:25:rect"/>
          <p:cNvSpPr/>
          <p:nvPr/>
        </p:nvSpPr>
        <p:spPr>
          <a:xfrm>
            <a:off x="6995160" y="1783080"/>
            <a:ext cx="1645920" cy="150876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7" name="s14-lowrank:3:26:text"/>
          <p:cNvSpPr/>
          <p:nvPr/>
        </p:nvSpPr>
        <p:spPr>
          <a:xfrm>
            <a:off x="713232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[1,32768]</a:t>
            </a:r>
            <a:endParaRPr lang="en-US" sz="1800" dirty="0"/>
          </a:p>
        </p:txBody>
      </p:sp>
      <p:sp>
        <p:nvSpPr>
          <p:cNvPr id="28" name="s14-lowrank:3:27:text"/>
          <p:cNvSpPr/>
          <p:nvPr/>
        </p:nvSpPr>
        <p:spPr>
          <a:xfrm>
            <a:off x="493776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83.89 MFLOPs</a:t>
            </a:r>
            <a:endParaRPr lang="en-US" sz="1900" dirty="0"/>
          </a:p>
        </p:txBody>
      </p:sp>
      <p:sp>
        <p:nvSpPr>
          <p:cNvPr id="29" name="s14-lowrank:4:28:text"/>
          <p:cNvSpPr/>
          <p:nvPr/>
        </p:nvSpPr>
        <p:spPr>
          <a:xfrm>
            <a:off x="68580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Heads × 512</a:t>
            </a:r>
            <a:endParaRPr lang="en-US" sz="1800" dirty="0"/>
          </a:p>
        </p:txBody>
      </p:sp>
      <p:sp>
        <p:nvSpPr>
          <p:cNvPr id="30" name="s14-lowrank:4:29:text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 Linear 合计：96.99 MFLOPs</a:t>
            </a:r>
            <a:endParaRPr lang="en-US" sz="2400" dirty="0"/>
          </a:p>
        </p:txBody>
      </p:sp>
      <p:sp>
        <p:nvSpPr>
          <p:cNvPr id="31" name="s14-lowrank:4:30:text"/>
          <p:cNvSpPr/>
          <p:nvPr/>
        </p:nvSpPr>
        <p:spPr>
          <a:xfrm>
            <a:off x="457200" y="4590288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宽度为示意；FLOPs 不含 RMSNorm / RoPE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-layers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三.前向 3 从单模块到多层</a:t>
            </a:r>
            <a:endParaRPr lang="en-US" sz="1050" dirty="0"/>
          </a:p>
        </p:txBody>
      </p:sp>
      <p:sp>
        <p:nvSpPr>
          <p:cNvPr id="3" name="s15-layers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层 Query 投影：约 3.88 GFLOPs</a:t>
            </a:r>
            <a:endParaRPr lang="en-US" sz="2700" dirty="0"/>
          </a:p>
        </p:txBody>
      </p:sp>
      <p:sp>
        <p:nvSpPr>
          <p:cNvPr id="4" name="s15-layers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5-layers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5-layers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5-layers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5-layers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5-layers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5-layers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22</a:t>
            </a:r>
            <a:endParaRPr lang="en-US" sz="1050" dirty="0"/>
          </a:p>
        </p:txBody>
      </p:sp>
      <p:sp>
        <p:nvSpPr>
          <p:cNvPr id="11" name="s15-layers:1:10:rect"/>
          <p:cNvSpPr/>
          <p:nvPr/>
        </p:nvSpPr>
        <p:spPr>
          <a:xfrm>
            <a:off x="548640" y="2057400"/>
            <a:ext cx="2103120" cy="11430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15-layers:1:11:text"/>
          <p:cNvSpPr/>
          <p:nvPr/>
        </p:nvSpPr>
        <p:spPr>
          <a:xfrm>
            <a:off x="621792" y="2103120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Layer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96.99 MFLOPs</a:t>
            </a:r>
            <a:endParaRPr lang="en-US" sz="2300" dirty="0"/>
          </a:p>
        </p:txBody>
      </p:sp>
      <p:sp>
        <p:nvSpPr>
          <p:cNvPr id="13" name="s15-layers:2:12:rect"/>
          <p:cNvSpPr/>
          <p:nvPr/>
        </p:nvSpPr>
        <p:spPr>
          <a:xfrm>
            <a:off x="3291840" y="1828800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15-layers:2:13:rect"/>
          <p:cNvSpPr/>
          <p:nvPr/>
        </p:nvSpPr>
        <p:spPr>
          <a:xfrm>
            <a:off x="3657600" y="1828800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5-layers:2:14:rect"/>
          <p:cNvSpPr/>
          <p:nvPr/>
        </p:nvSpPr>
        <p:spPr>
          <a:xfrm>
            <a:off x="4023360" y="1828800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15-layers:2:15:rect"/>
          <p:cNvSpPr/>
          <p:nvPr/>
        </p:nvSpPr>
        <p:spPr>
          <a:xfrm>
            <a:off x="4389120" y="1828800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15-layers:2:16:rect"/>
          <p:cNvSpPr/>
          <p:nvPr/>
        </p:nvSpPr>
        <p:spPr>
          <a:xfrm>
            <a:off x="4754880" y="1828800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15-layers:2:17:rect"/>
          <p:cNvSpPr/>
          <p:nvPr/>
        </p:nvSpPr>
        <p:spPr>
          <a:xfrm>
            <a:off x="5120640" y="1828800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15-layers:2:18:rect"/>
          <p:cNvSpPr/>
          <p:nvPr/>
        </p:nvSpPr>
        <p:spPr>
          <a:xfrm>
            <a:off x="5486400" y="1828800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15-layers:2:19:rect"/>
          <p:cNvSpPr/>
          <p:nvPr/>
        </p:nvSpPr>
        <p:spPr>
          <a:xfrm>
            <a:off x="5852160" y="1828800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15-layers:2:20:rect"/>
          <p:cNvSpPr/>
          <p:nvPr/>
        </p:nvSpPr>
        <p:spPr>
          <a:xfrm>
            <a:off x="6217920" y="1828800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15-layers:2:21:rect"/>
          <p:cNvSpPr/>
          <p:nvPr/>
        </p:nvSpPr>
        <p:spPr>
          <a:xfrm>
            <a:off x="6583680" y="1828800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15-layers:2:22:rect"/>
          <p:cNvSpPr/>
          <p:nvPr/>
        </p:nvSpPr>
        <p:spPr>
          <a:xfrm>
            <a:off x="3291840" y="2212848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15-layers:2:23:rect"/>
          <p:cNvSpPr/>
          <p:nvPr/>
        </p:nvSpPr>
        <p:spPr>
          <a:xfrm>
            <a:off x="3657600" y="2212848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15-layers:2:24:rect"/>
          <p:cNvSpPr/>
          <p:nvPr/>
        </p:nvSpPr>
        <p:spPr>
          <a:xfrm>
            <a:off x="4023360" y="2212848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15-layers:2:25:rect"/>
          <p:cNvSpPr/>
          <p:nvPr/>
        </p:nvSpPr>
        <p:spPr>
          <a:xfrm>
            <a:off x="4389120" y="2212848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15-layers:2:26:rect"/>
          <p:cNvSpPr/>
          <p:nvPr/>
        </p:nvSpPr>
        <p:spPr>
          <a:xfrm>
            <a:off x="4754880" y="2212848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15-layers:2:27:rect"/>
          <p:cNvSpPr/>
          <p:nvPr/>
        </p:nvSpPr>
        <p:spPr>
          <a:xfrm>
            <a:off x="5120640" y="2212848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15-layers:2:28:rect"/>
          <p:cNvSpPr/>
          <p:nvPr/>
        </p:nvSpPr>
        <p:spPr>
          <a:xfrm>
            <a:off x="5486400" y="2212848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15-layers:2:29:rect"/>
          <p:cNvSpPr/>
          <p:nvPr/>
        </p:nvSpPr>
        <p:spPr>
          <a:xfrm>
            <a:off x="5852160" y="2212848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15-layers:2:30:rect"/>
          <p:cNvSpPr/>
          <p:nvPr/>
        </p:nvSpPr>
        <p:spPr>
          <a:xfrm>
            <a:off x="6217920" y="2212848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15-layers:2:31:rect"/>
          <p:cNvSpPr/>
          <p:nvPr/>
        </p:nvSpPr>
        <p:spPr>
          <a:xfrm>
            <a:off x="6583680" y="2212848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15-layers:2:32:rect"/>
          <p:cNvSpPr/>
          <p:nvPr/>
        </p:nvSpPr>
        <p:spPr>
          <a:xfrm>
            <a:off x="3291840" y="2596896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15-layers:2:33:rect"/>
          <p:cNvSpPr/>
          <p:nvPr/>
        </p:nvSpPr>
        <p:spPr>
          <a:xfrm>
            <a:off x="3657600" y="2596896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15-layers:2:34:rect"/>
          <p:cNvSpPr/>
          <p:nvPr/>
        </p:nvSpPr>
        <p:spPr>
          <a:xfrm>
            <a:off x="4023360" y="2596896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15-layers:2:35:rect"/>
          <p:cNvSpPr/>
          <p:nvPr/>
        </p:nvSpPr>
        <p:spPr>
          <a:xfrm>
            <a:off x="4389120" y="2596896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15-layers:2:36:rect"/>
          <p:cNvSpPr/>
          <p:nvPr/>
        </p:nvSpPr>
        <p:spPr>
          <a:xfrm>
            <a:off x="4754880" y="2596896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15-layers:2:37:rect"/>
          <p:cNvSpPr/>
          <p:nvPr/>
        </p:nvSpPr>
        <p:spPr>
          <a:xfrm>
            <a:off x="5120640" y="2596896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15-layers:2:38:rect"/>
          <p:cNvSpPr/>
          <p:nvPr/>
        </p:nvSpPr>
        <p:spPr>
          <a:xfrm>
            <a:off x="5486400" y="2596896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15-layers:2:39:rect"/>
          <p:cNvSpPr/>
          <p:nvPr/>
        </p:nvSpPr>
        <p:spPr>
          <a:xfrm>
            <a:off x="5852160" y="2596896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15-layers:2:40:rect"/>
          <p:cNvSpPr/>
          <p:nvPr/>
        </p:nvSpPr>
        <p:spPr>
          <a:xfrm>
            <a:off x="6217920" y="2596896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15-layers:2:41:rect"/>
          <p:cNvSpPr/>
          <p:nvPr/>
        </p:nvSpPr>
        <p:spPr>
          <a:xfrm>
            <a:off x="6583680" y="2596896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15-layers:2:42:rect"/>
          <p:cNvSpPr/>
          <p:nvPr/>
        </p:nvSpPr>
        <p:spPr>
          <a:xfrm>
            <a:off x="3291840" y="2980944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15-layers:2:43:rect"/>
          <p:cNvSpPr/>
          <p:nvPr/>
        </p:nvSpPr>
        <p:spPr>
          <a:xfrm>
            <a:off x="3657600" y="2980944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15-layers:2:44:rect"/>
          <p:cNvSpPr/>
          <p:nvPr/>
        </p:nvSpPr>
        <p:spPr>
          <a:xfrm>
            <a:off x="4023360" y="2980944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s15-layers:2:45:rect"/>
          <p:cNvSpPr/>
          <p:nvPr/>
        </p:nvSpPr>
        <p:spPr>
          <a:xfrm>
            <a:off x="4389120" y="2980944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s15-layers:2:46:rect"/>
          <p:cNvSpPr/>
          <p:nvPr/>
        </p:nvSpPr>
        <p:spPr>
          <a:xfrm>
            <a:off x="4754880" y="2980944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s15-layers:2:47:rect"/>
          <p:cNvSpPr/>
          <p:nvPr/>
        </p:nvSpPr>
        <p:spPr>
          <a:xfrm>
            <a:off x="5120640" y="2980944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15-layers:2:48:rect"/>
          <p:cNvSpPr/>
          <p:nvPr/>
        </p:nvSpPr>
        <p:spPr>
          <a:xfrm>
            <a:off x="5486400" y="2980944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s15-layers:2:49:rect"/>
          <p:cNvSpPr/>
          <p:nvPr/>
        </p:nvSpPr>
        <p:spPr>
          <a:xfrm>
            <a:off x="5852160" y="2980944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s15-layers:2:50:rect"/>
          <p:cNvSpPr/>
          <p:nvPr/>
        </p:nvSpPr>
        <p:spPr>
          <a:xfrm>
            <a:off x="6217920" y="2980944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15-layers:2:51:rect"/>
          <p:cNvSpPr/>
          <p:nvPr/>
        </p:nvSpPr>
        <p:spPr>
          <a:xfrm>
            <a:off x="6583680" y="2980944"/>
            <a:ext cx="274320" cy="27432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15-layers:2:52:text"/>
          <p:cNvSpPr/>
          <p:nvPr/>
        </p:nvSpPr>
        <p:spPr>
          <a:xfrm>
            <a:off x="320040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次同形状 Query 投影</a:t>
            </a:r>
            <a:endParaRPr lang="en-US" sz="2000" dirty="0"/>
          </a:p>
        </p:txBody>
      </p:sp>
      <p:sp>
        <p:nvSpPr>
          <p:cNvPr id="54" name="s15-layers:3:53:text"/>
          <p:cNvSpPr/>
          <p:nvPr/>
        </p:nvSpPr>
        <p:spPr>
          <a:xfrm>
            <a:off x="3200400" y="4023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3.8797 GFLOPs</a:t>
            </a:r>
            <a:endParaRPr lang="en-US" sz="3100" dirty="0"/>
          </a:p>
        </p:txBody>
      </p:sp>
      <p:sp>
        <p:nvSpPr>
          <p:cNvPr id="55" name="s15-layers:3:54:text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正常主干 Decode；只含 Query 的两个 Linear，其余模块仍需另计。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5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6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-backward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1–2 五步与顺序</a:t>
            </a:r>
            <a:endParaRPr lang="en-US" sz="1050" dirty="0"/>
          </a:p>
        </p:txBody>
      </p:sp>
      <p:sp>
        <p:nvSpPr>
          <p:cNvPr id="3" name="s16-backward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保存输入；Backward 沿图反向传梯度</a:t>
            </a:r>
            <a:endParaRPr lang="en-US" sz="2700" dirty="0"/>
          </a:p>
        </p:txBody>
      </p:sp>
      <p:sp>
        <p:nvSpPr>
          <p:cNvPr id="4" name="s16-backward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6-backward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6-backward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6-backward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6-backward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6-backward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6-backward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22</a:t>
            </a:r>
            <a:endParaRPr lang="en-US" sz="1050" dirty="0"/>
          </a:p>
        </p:txBody>
      </p:sp>
      <p:sp>
        <p:nvSpPr>
          <p:cNvPr id="11" name="s16-backward:1:10:rect"/>
          <p:cNvSpPr/>
          <p:nvPr/>
        </p:nvSpPr>
        <p:spPr>
          <a:xfrm>
            <a:off x="457200" y="2377440"/>
            <a:ext cx="822960" cy="64008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16-backward:1:11:text"/>
          <p:cNvSpPr/>
          <p:nvPr/>
        </p:nvSpPr>
        <p:spPr>
          <a:xfrm>
            <a:off x="530352" y="24231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s16-backward:1:12:line"/>
          <p:cNvSpPr/>
          <p:nvPr/>
        </p:nvSpPr>
        <p:spPr>
          <a:xfrm>
            <a:off x="1325880" y="2697480"/>
            <a:ext cx="41148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4" name="s16-backward:1:13:rect"/>
          <p:cNvSpPr/>
          <p:nvPr/>
        </p:nvSpPr>
        <p:spPr>
          <a:xfrm>
            <a:off x="1828800" y="2377440"/>
            <a:ext cx="114300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16-backward:1:14:text"/>
          <p:cNvSpPr/>
          <p:nvPr/>
        </p:nvSpPr>
        <p:spPr>
          <a:xfrm>
            <a:off x="1901952" y="2423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1800" dirty="0"/>
          </a:p>
        </p:txBody>
      </p:sp>
      <p:sp>
        <p:nvSpPr>
          <p:cNvPr id="16" name="s16-backward:1:15:line"/>
          <p:cNvSpPr/>
          <p:nvPr/>
        </p:nvSpPr>
        <p:spPr>
          <a:xfrm>
            <a:off x="3017520" y="2697480"/>
            <a:ext cx="54864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7" name="s16-backward:1:16:rect"/>
          <p:cNvSpPr/>
          <p:nvPr/>
        </p:nvSpPr>
        <p:spPr>
          <a:xfrm>
            <a:off x="3657600" y="237744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8" name="s16-backward:1:17:text"/>
          <p:cNvSpPr/>
          <p:nvPr/>
        </p:nvSpPr>
        <p:spPr>
          <a:xfrm>
            <a:off x="3730752" y="24231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9" name="s16-backward:1:18:line"/>
          <p:cNvSpPr/>
          <p:nvPr/>
        </p:nvSpPr>
        <p:spPr>
          <a:xfrm>
            <a:off x="5166360" y="2697480"/>
            <a:ext cx="59436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0" name="s16-backward:1:19:rect"/>
          <p:cNvSpPr/>
          <p:nvPr/>
        </p:nvSpPr>
        <p:spPr>
          <a:xfrm>
            <a:off x="5852160" y="2377440"/>
            <a:ext cx="1143000" cy="64008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16-backward:1:20:text"/>
          <p:cNvSpPr/>
          <p:nvPr/>
        </p:nvSpPr>
        <p:spPr>
          <a:xfrm>
            <a:off x="5925312" y="2423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1800" dirty="0"/>
          </a:p>
        </p:txBody>
      </p:sp>
      <p:sp>
        <p:nvSpPr>
          <p:cNvPr id="22" name="s16-backward:1:21:line"/>
          <p:cNvSpPr/>
          <p:nvPr/>
        </p:nvSpPr>
        <p:spPr>
          <a:xfrm>
            <a:off x="7040880" y="2697480"/>
            <a:ext cx="73152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3" name="s16-backward:1:22:rect"/>
          <p:cNvSpPr/>
          <p:nvPr/>
        </p:nvSpPr>
        <p:spPr>
          <a:xfrm>
            <a:off x="7863840" y="2377440"/>
            <a:ext cx="822960" cy="64008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4" name="s16-backward:1:23:text"/>
          <p:cNvSpPr/>
          <p:nvPr/>
        </p:nvSpPr>
        <p:spPr>
          <a:xfrm>
            <a:off x="7936992" y="24231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800" dirty="0"/>
          </a:p>
        </p:txBody>
      </p:sp>
      <p:sp>
        <p:nvSpPr>
          <p:cNvPr id="25" name="s16-backward:1:24:text"/>
          <p:cNvSpPr/>
          <p:nvPr/>
        </p:nvSpPr>
        <p:spPr>
          <a:xfrm>
            <a:off x="45720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→</a:t>
            </a:r>
            <a:endParaRPr lang="en-US" sz="2200" dirty="0"/>
          </a:p>
        </p:txBody>
      </p:sp>
      <p:sp>
        <p:nvSpPr>
          <p:cNvPr id="26" name="s16-backward:1:25:text"/>
          <p:cNvSpPr/>
          <p:nvPr/>
        </p:nvSpPr>
        <p:spPr>
          <a:xfrm>
            <a:off x="2651760" y="16276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X、H、H′ 与各层权重</a:t>
            </a:r>
            <a:endParaRPr lang="en-US" sz="1800" dirty="0"/>
          </a:p>
        </p:txBody>
      </p:sp>
      <p:sp>
        <p:nvSpPr>
          <p:cNvPr id="27" name="s16-backward:2:26:rect"/>
          <p:cNvSpPr/>
          <p:nvPr/>
        </p:nvSpPr>
        <p:spPr>
          <a:xfrm>
            <a:off x="7452360" y="3703320"/>
            <a:ext cx="1188720" cy="594360"/>
          </a:xfrm>
          <a:prstGeom prst="rect">
            <a:avLst/>
          </a:prstGeom>
          <a:solidFill>
            <a:srgbClr val="FFF0E6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s16-backward:2:27:text"/>
          <p:cNvSpPr/>
          <p:nvPr/>
        </p:nvSpPr>
        <p:spPr>
          <a:xfrm>
            <a:off x="7525512" y="374904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后续模块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Loss</a:t>
            </a:r>
            <a:endParaRPr lang="en-US" sz="1350" dirty="0"/>
          </a:p>
        </p:txBody>
      </p:sp>
      <p:sp>
        <p:nvSpPr>
          <p:cNvPr id="29" name="s16-backward:2:28:line"/>
          <p:cNvSpPr/>
          <p:nvPr/>
        </p:nvSpPr>
        <p:spPr>
          <a:xfrm flipV="1">
            <a:off x="8275320" y="3127248"/>
            <a:ext cx="914" cy="484632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0" name="s16-backward:2:29:text"/>
          <p:cNvSpPr/>
          <p:nvPr/>
        </p:nvSpPr>
        <p:spPr>
          <a:xfrm>
            <a:off x="7132320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dQ</a:t>
            </a:r>
            <a:endParaRPr lang="en-US" sz="2000" dirty="0"/>
          </a:p>
        </p:txBody>
      </p:sp>
      <p:sp>
        <p:nvSpPr>
          <p:cNvPr id="31" name="s16-backward:3:30:text"/>
          <p:cNvSpPr/>
          <p:nvPr/>
        </p:nvSpPr>
        <p:spPr>
          <a:xfrm>
            <a:off x="54864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取回前向输入与权重</a:t>
            </a:r>
            <a:endParaRPr lang="en-US" sz="2000" dirty="0"/>
          </a:p>
        </p:txBody>
      </p:sp>
      <p:sp>
        <p:nvSpPr>
          <p:cNvPr id="32" name="s16-backward:4:31:line"/>
          <p:cNvSpPr/>
          <p:nvPr/>
        </p:nvSpPr>
        <p:spPr>
          <a:xfrm flipH="1">
            <a:off x="6355080" y="3474720"/>
            <a:ext cx="141732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3" name="s16-backward:4:32:line"/>
          <p:cNvSpPr/>
          <p:nvPr/>
        </p:nvSpPr>
        <p:spPr>
          <a:xfrm flipH="1">
            <a:off x="4389120" y="3474720"/>
            <a:ext cx="13716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4" name="s16-backward:4:33:line"/>
          <p:cNvSpPr/>
          <p:nvPr/>
        </p:nvSpPr>
        <p:spPr>
          <a:xfrm flipH="1">
            <a:off x="2377440" y="3474720"/>
            <a:ext cx="128016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5" name="s16-backward:4:34:line"/>
          <p:cNvSpPr/>
          <p:nvPr/>
        </p:nvSpPr>
        <p:spPr>
          <a:xfrm flipH="1">
            <a:off x="640080" y="3474720"/>
            <a:ext cx="11430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6" name="s16-backward:4:35:text"/>
          <p:cNvSpPr/>
          <p:nvPr/>
        </p:nvSpPr>
        <p:spPr>
          <a:xfrm>
            <a:off x="502920" y="3639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dX</a:t>
            </a:r>
            <a:endParaRPr lang="en-US" sz="2200" dirty="0"/>
          </a:p>
        </p:txBody>
      </p:sp>
      <p:sp>
        <p:nvSpPr>
          <p:cNvPr id="37" name="s16-backward:4:36:text"/>
          <p:cNvSpPr/>
          <p:nvPr/>
        </p:nvSpPr>
        <p:spPr>
          <a:xfrm>
            <a:off x="4480560" y="4206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Backward ←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-gradients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3–5 Weight / Input Gradient</a:t>
            </a:r>
            <a:endParaRPr lang="en-US" sz="1050" dirty="0"/>
          </a:p>
        </p:txBody>
      </p:sp>
      <p:sp>
        <p:nvSpPr>
          <p:cNvPr id="3" name="s17-gradients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Linear 同时产生两种去向的 Gradient</a:t>
            </a:r>
            <a:endParaRPr lang="en-US" sz="2700" dirty="0"/>
          </a:p>
        </p:txBody>
      </p:sp>
      <p:sp>
        <p:nvSpPr>
          <p:cNvPr id="4" name="s17-gradients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7-gradients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7-gradients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7-gradients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7-gradients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7-gradients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7-gradients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22</a:t>
            </a:r>
            <a:endParaRPr lang="en-US" sz="1050" dirty="0"/>
          </a:p>
        </p:txBody>
      </p:sp>
      <p:sp>
        <p:nvSpPr>
          <p:cNvPr id="11" name="s17-gradients:0:10:text"/>
          <p:cNvSpPr/>
          <p:nvPr/>
        </p:nvSpPr>
        <p:spPr>
          <a:xfrm>
            <a:off x="5212080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H′ [1,1280]</a:t>
            </a:r>
            <a:endParaRPr lang="en-US" sz="1500" dirty="0"/>
          </a:p>
        </p:txBody>
      </p:sp>
      <p:sp>
        <p:nvSpPr>
          <p:cNvPr id="12" name="s17-gradients:0:11:text"/>
          <p:cNvSpPr/>
          <p:nvPr/>
        </p:nvSpPr>
        <p:spPr>
          <a:xfrm>
            <a:off x="59436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[1,5120]</a:t>
            </a:r>
            <a:endParaRPr lang="en-US" sz="1500" dirty="0"/>
          </a:p>
        </p:txBody>
      </p:sp>
      <p:sp>
        <p:nvSpPr>
          <p:cNvPr id="13" name="s17-gradients:0:12:rect"/>
          <p:cNvSpPr/>
          <p:nvPr/>
        </p:nvSpPr>
        <p:spPr>
          <a:xfrm>
            <a:off x="114300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17-gradients:0:13:text"/>
          <p:cNvSpPr/>
          <p:nvPr/>
        </p:nvSpPr>
        <p:spPr>
          <a:xfrm>
            <a:off x="121615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W_QA</a:t>
            </a:r>
            <a:endParaRPr lang="en-US" sz="2000" dirty="0"/>
          </a:p>
        </p:txBody>
      </p:sp>
      <p:sp>
        <p:nvSpPr>
          <p:cNvPr id="15" name="s17-gradients:0:14:rect"/>
          <p:cNvSpPr/>
          <p:nvPr/>
        </p:nvSpPr>
        <p:spPr>
          <a:xfrm>
            <a:off x="3566160" y="2331720"/>
            <a:ext cx="1508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6A83"/>
            </a:solidFill>
            <a:prstDash val="solid"/>
          </a:ln>
        </p:spPr>
      </p:sp>
      <p:sp>
        <p:nvSpPr>
          <p:cNvPr id="16" name="s17-gradients:0:15:text"/>
          <p:cNvSpPr/>
          <p:nvPr/>
        </p:nvSpPr>
        <p:spPr>
          <a:xfrm>
            <a:off x="3639312" y="23774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RMSNorm</a:t>
            </a:r>
            <a:endParaRPr lang="en-US" sz="1800" dirty="0"/>
          </a:p>
        </p:txBody>
      </p:sp>
      <p:sp>
        <p:nvSpPr>
          <p:cNvPr id="17" name="s17-gradients:0:16:rect"/>
          <p:cNvSpPr/>
          <p:nvPr/>
        </p:nvSpPr>
        <p:spPr>
          <a:xfrm>
            <a:off x="6217920" y="2331720"/>
            <a:ext cx="1371600" cy="59436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17-gradients:0:17:text"/>
          <p:cNvSpPr/>
          <p:nvPr/>
        </p:nvSpPr>
        <p:spPr>
          <a:xfrm>
            <a:off x="6291072" y="2377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W_QB</a:t>
            </a:r>
            <a:endParaRPr lang="en-US" sz="2000" dirty="0"/>
          </a:p>
        </p:txBody>
      </p:sp>
      <p:sp>
        <p:nvSpPr>
          <p:cNvPr id="19" name="s17-gradients:1:18:line"/>
          <p:cNvSpPr/>
          <p:nvPr/>
        </p:nvSpPr>
        <p:spPr>
          <a:xfrm flipH="1">
            <a:off x="7680960" y="2628900"/>
            <a:ext cx="91440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0" name="s17-gradients:1:19:text"/>
          <p:cNvSpPr/>
          <p:nvPr/>
        </p:nvSpPr>
        <p:spPr>
          <a:xfrm>
            <a:off x="7909560" y="19933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</a:t>
            </a:r>
            <a:endParaRPr lang="en-US" sz="2200" dirty="0"/>
          </a:p>
        </p:txBody>
      </p:sp>
      <p:sp>
        <p:nvSpPr>
          <p:cNvPr id="21" name="s17-gradients:2:20:line"/>
          <p:cNvSpPr/>
          <p:nvPr/>
        </p:nvSpPr>
        <p:spPr>
          <a:xfrm flipV="1">
            <a:off x="6903720" y="2075688"/>
            <a:ext cx="914" cy="210312"/>
          </a:xfrm>
          <a:prstGeom prst="line">
            <a:avLst/>
          </a:prstGeom>
          <a:noFill/>
          <a:ln w="3175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22" name="s17-gradients:2:21:text"/>
          <p:cNvSpPr/>
          <p:nvPr/>
        </p:nvSpPr>
        <p:spPr>
          <a:xfrm>
            <a:off x="512064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dW_QB = H′ᵀ dQ</a:t>
            </a:r>
            <a:endParaRPr lang="en-US" sz="1900" dirty="0"/>
          </a:p>
        </p:txBody>
      </p:sp>
      <p:sp>
        <p:nvSpPr>
          <p:cNvPr id="23" name="s17-gradients:2:22:text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[1280,1] × [1,32768] → [1280,32768]</a:t>
            </a:r>
            <a:endParaRPr lang="en-US" sz="1350" dirty="0"/>
          </a:p>
        </p:txBody>
      </p:sp>
      <p:sp>
        <p:nvSpPr>
          <p:cNvPr id="24" name="s17-gradients:3:23:line"/>
          <p:cNvSpPr/>
          <p:nvPr/>
        </p:nvSpPr>
        <p:spPr>
          <a:xfrm flipH="1">
            <a:off x="5166360" y="2628900"/>
            <a:ext cx="96012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5" name="s17-gradients:3:24:text"/>
          <p:cNvSpPr/>
          <p:nvPr/>
        </p:nvSpPr>
        <p:spPr>
          <a:xfrm>
            <a:off x="5166360" y="3767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dH′ = dQ W_QBᵀ</a:t>
            </a:r>
            <a:endParaRPr lang="en-US" sz="1800" dirty="0"/>
          </a:p>
        </p:txBody>
      </p:sp>
      <p:sp>
        <p:nvSpPr>
          <p:cNvPr id="26" name="s17-gradients:3:25:text"/>
          <p:cNvSpPr/>
          <p:nvPr/>
        </p:nvSpPr>
        <p:spPr>
          <a:xfrm>
            <a:off x="502920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[1,32768] × [32768,1280] → [1,1280]</a:t>
            </a:r>
            <a:endParaRPr lang="en-US" sz="1300" dirty="0"/>
          </a:p>
        </p:txBody>
      </p:sp>
      <p:sp>
        <p:nvSpPr>
          <p:cNvPr id="27" name="s17-gradients:4:26:line"/>
          <p:cNvSpPr/>
          <p:nvPr/>
        </p:nvSpPr>
        <p:spPr>
          <a:xfrm flipH="1">
            <a:off x="2606040" y="2628900"/>
            <a:ext cx="86868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28" name="s17-gradients:4:27:text"/>
          <p:cNvSpPr/>
          <p:nvPr/>
        </p:nvSpPr>
        <p:spPr>
          <a:xfrm>
            <a:off x="333756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dH′ → dH</a:t>
            </a:r>
            <a:endParaRPr lang="en-US" sz="1700" dirty="0"/>
          </a:p>
        </p:txBody>
      </p:sp>
      <p:sp>
        <p:nvSpPr>
          <p:cNvPr id="29" name="s17-gradients:5:28:line"/>
          <p:cNvSpPr/>
          <p:nvPr/>
        </p:nvSpPr>
        <p:spPr>
          <a:xfrm flipV="1">
            <a:off x="1828800" y="2075688"/>
            <a:ext cx="914" cy="210312"/>
          </a:xfrm>
          <a:prstGeom prst="line">
            <a:avLst/>
          </a:prstGeom>
          <a:noFill/>
          <a:ln w="31750">
            <a:solidFill>
              <a:srgbClr val="BE185D"/>
            </a:solidFill>
            <a:prstDash val="solid"/>
            <a:tailEnd type="triangle"/>
          </a:ln>
        </p:spPr>
      </p:sp>
      <p:sp>
        <p:nvSpPr>
          <p:cNvPr id="30" name="s17-gradients:5:29:text"/>
          <p:cNvSpPr/>
          <p:nvPr/>
        </p:nvSpPr>
        <p:spPr>
          <a:xfrm>
            <a:off x="5029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dW_QA = Xᵀ dH</a:t>
            </a:r>
            <a:endParaRPr lang="en-US" sz="1900" dirty="0"/>
          </a:p>
        </p:txBody>
      </p:sp>
      <p:sp>
        <p:nvSpPr>
          <p:cNvPr id="31" name="s17-gradients:5:30:text"/>
          <p:cNvSpPr/>
          <p:nvPr/>
        </p:nvSpPr>
        <p:spPr>
          <a:xfrm>
            <a:off x="5029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[5120,1] × [1,1280] → [5120,1280]</a:t>
            </a:r>
            <a:endParaRPr lang="en-US" sz="1350" dirty="0"/>
          </a:p>
        </p:txBody>
      </p:sp>
      <p:sp>
        <p:nvSpPr>
          <p:cNvPr id="32" name="s17-gradients:5:31:text"/>
          <p:cNvSpPr/>
          <p:nvPr/>
        </p:nvSpPr>
        <p:spPr>
          <a:xfrm>
            <a:off x="502920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dX = dH W_QAᵀ</a:t>
            </a:r>
            <a:endParaRPr lang="en-US" sz="1800" dirty="0"/>
          </a:p>
        </p:txBody>
      </p:sp>
      <p:sp>
        <p:nvSpPr>
          <p:cNvPr id="33" name="s17-gradients:5:32:text"/>
          <p:cNvSpPr/>
          <p:nvPr/>
        </p:nvSpPr>
        <p:spPr>
          <a:xfrm>
            <a:off x="502920" y="4114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[1,1280] × [1280,5120] → [1,5120]</a:t>
            </a:r>
            <a:endParaRPr lang="en-US" sz="1300" dirty="0"/>
          </a:p>
        </p:txBody>
      </p:sp>
      <p:sp>
        <p:nvSpPr>
          <p:cNvPr id="34" name="s17-gradients:6:33:line"/>
          <p:cNvSpPr/>
          <p:nvPr/>
        </p:nvSpPr>
        <p:spPr>
          <a:xfrm flipH="1">
            <a:off x="502920" y="2628900"/>
            <a:ext cx="548640" cy="914"/>
          </a:xfrm>
          <a:prstGeom prst="line">
            <a:avLst/>
          </a:prstGeom>
          <a:noFill/>
          <a:ln w="381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35" name="s17-gradients:6:34:text"/>
          <p:cNvSpPr/>
          <p:nvPr/>
        </p:nvSpPr>
        <p:spPr>
          <a:xfrm>
            <a:off x="548640" y="44622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dX [1,5120] → 前一模块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-backward_flops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三.Backward 6 反向 FLOPs 汇总</a:t>
            </a:r>
            <a:endParaRPr lang="en-US" sz="1050" dirty="0"/>
          </a:p>
        </p:txBody>
      </p:sp>
      <p:sp>
        <p:nvSpPr>
          <p:cNvPr id="3" name="s18-backward_flops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两次梯度矩阵乘法，让 Linear 反向约为前向两倍</a:t>
            </a:r>
            <a:endParaRPr lang="en-US" sz="2700" dirty="0"/>
          </a:p>
        </p:txBody>
      </p:sp>
      <p:sp>
        <p:nvSpPr>
          <p:cNvPr id="4" name="s18-backward_flops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8-backward_flops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8-backward_flops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8-backward_flops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8-backward_flops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8-backward_flops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8-backward_flops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22</a:t>
            </a:r>
            <a:endParaRPr lang="en-US" sz="1050" dirty="0"/>
          </a:p>
        </p:txBody>
      </p:sp>
      <p:sp>
        <p:nvSpPr>
          <p:cNvPr id="11" name="s18-backward_flops:1:10:text"/>
          <p:cNvSpPr/>
          <p:nvPr/>
        </p:nvSpPr>
        <p:spPr>
          <a:xfrm>
            <a:off x="548640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</a:t>
            </a:r>
            <a:endParaRPr lang="en-US" sz="2200" dirty="0"/>
          </a:p>
        </p:txBody>
      </p:sp>
      <p:sp>
        <p:nvSpPr>
          <p:cNvPr id="12" name="s18-backward_flops:1:11:rect"/>
          <p:cNvSpPr/>
          <p:nvPr/>
        </p:nvSpPr>
        <p:spPr>
          <a:xfrm>
            <a:off x="2926080" y="1691640"/>
            <a:ext cx="20116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18-backward_flops:1:12:text"/>
          <p:cNvSpPr/>
          <p:nvPr/>
        </p:nvSpPr>
        <p:spPr>
          <a:xfrm>
            <a:off x="52120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≈ 2MKN</a:t>
            </a:r>
            <a:endParaRPr lang="en-US" sz="2200" dirty="0"/>
          </a:p>
        </p:txBody>
      </p:sp>
      <p:sp>
        <p:nvSpPr>
          <p:cNvPr id="14" name="s18-backward_flops:2:13:text"/>
          <p:cNvSpPr/>
          <p:nvPr/>
        </p:nvSpPr>
        <p:spPr>
          <a:xfrm>
            <a:off x="54864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Backward</a:t>
            </a:r>
            <a:endParaRPr lang="en-US" sz="2200" dirty="0"/>
          </a:p>
        </p:txBody>
      </p:sp>
      <p:sp>
        <p:nvSpPr>
          <p:cNvPr id="15" name="s18-backward_flops:2:14:rect"/>
          <p:cNvSpPr/>
          <p:nvPr/>
        </p:nvSpPr>
        <p:spPr>
          <a:xfrm>
            <a:off x="2926080" y="2560320"/>
            <a:ext cx="2011680" cy="4572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6" name="s18-backward_flops:2:15:rect"/>
          <p:cNvSpPr/>
          <p:nvPr/>
        </p:nvSpPr>
        <p:spPr>
          <a:xfrm>
            <a:off x="5029200" y="2560320"/>
            <a:ext cx="2011680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s18-backward_flops:2:16:text"/>
          <p:cNvSpPr/>
          <p:nvPr/>
        </p:nvSpPr>
        <p:spPr>
          <a:xfrm>
            <a:off x="329184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</a:t>
            </a:r>
            <a:endParaRPr lang="en-US" sz="2000" dirty="0"/>
          </a:p>
        </p:txBody>
      </p:sp>
      <p:sp>
        <p:nvSpPr>
          <p:cNvPr id="18" name="s18-backward_flops:2:17:text"/>
          <p:cNvSpPr/>
          <p:nvPr/>
        </p:nvSpPr>
        <p:spPr>
          <a:xfrm>
            <a:off x="5577840" y="3154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dX</a:t>
            </a:r>
            <a:endParaRPr lang="en-US" sz="2000" dirty="0"/>
          </a:p>
        </p:txBody>
      </p:sp>
      <p:sp>
        <p:nvSpPr>
          <p:cNvPr id="19" name="s18-backward_flops:3:18:text"/>
          <p:cNvSpPr/>
          <p:nvPr/>
        </p:nvSpPr>
        <p:spPr>
          <a:xfrm>
            <a:off x="548640" y="3749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Linear Backward ≈ 193.99 MFLOPs</a:t>
            </a:r>
            <a:endParaRPr lang="en-US" sz="2700" dirty="0"/>
          </a:p>
        </p:txBody>
      </p:sp>
      <p:sp>
        <p:nvSpPr>
          <p:cNvPr id="20" name="s18-backward_flops:3:19:text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token 精确外积计数不同；“两倍”是统一 2MKN 近似。</a:t>
            </a:r>
            <a:endParaRPr lang="en-US" sz="1500" dirty="0"/>
          </a:p>
        </p:txBody>
      </p:sp>
      <p:sp>
        <p:nvSpPr>
          <p:cNvPr id="21" name="s18-backward_flops:3:20:text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 + 反向 ≈ 290.98 MFLOPs；不含 RMSNorm、优化器或额外重计算。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9-roofline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四.1–3 概念与屋顶线</a:t>
            </a:r>
            <a:endParaRPr lang="en-US" sz="1050" dirty="0"/>
          </a:p>
        </p:txBody>
      </p:sp>
      <p:sp>
        <p:nvSpPr>
          <p:cNvPr id="3" name="s19-roofline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Roofline：两条上限，共同限定可达性能</a:t>
            </a:r>
            <a:endParaRPr lang="en-US" sz="2700" dirty="0"/>
          </a:p>
        </p:txBody>
      </p:sp>
      <p:sp>
        <p:nvSpPr>
          <p:cNvPr id="4" name="s19-roofline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19-roofline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19-roofline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19-roofline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19-roofline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19-roofline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19-roofline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22</a:t>
            </a:r>
            <a:endParaRPr lang="en-US" sz="1050" dirty="0"/>
          </a:p>
        </p:txBody>
      </p:sp>
      <p:sp>
        <p:nvSpPr>
          <p:cNvPr id="11" name="s19-roofline:1:10:line"/>
          <p:cNvSpPr/>
          <p:nvPr/>
        </p:nvSpPr>
        <p:spPr>
          <a:xfrm>
            <a:off x="1097280" y="4133088"/>
            <a:ext cx="5669280" cy="914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2" name="s19-roofline:1:11:line"/>
          <p:cNvSpPr/>
          <p:nvPr/>
        </p:nvSpPr>
        <p:spPr>
          <a:xfrm flipV="1">
            <a:off x="1097280" y="1572768"/>
            <a:ext cx="914" cy="2560320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3" name="s19-roofline:1:12:text"/>
          <p:cNvSpPr/>
          <p:nvPr/>
        </p:nvSpPr>
        <p:spPr>
          <a:xfrm>
            <a:off x="548640" y="1335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· TFLOP/s</a:t>
            </a:r>
            <a:endParaRPr lang="en-US" sz="1500" dirty="0"/>
          </a:p>
        </p:txBody>
      </p:sp>
      <p:sp>
        <p:nvSpPr>
          <p:cNvPr id="14" name="s19-roofline:1:13:text"/>
          <p:cNvSpPr/>
          <p:nvPr/>
        </p:nvSpPr>
        <p:spPr>
          <a:xfrm>
            <a:off x="1097280" y="43891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Arithmetic Intensity · FLOPs/Byte</a:t>
            </a:r>
            <a:endParaRPr lang="en-US" sz="1400" dirty="0"/>
          </a:p>
        </p:txBody>
      </p:sp>
      <p:sp>
        <p:nvSpPr>
          <p:cNvPr id="15" name="s19-roofline:1:14:text"/>
          <p:cNvSpPr/>
          <p:nvPr/>
        </p:nvSpPr>
        <p:spPr>
          <a:xfrm>
            <a:off x="157734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19-roofline:1:15:text"/>
          <p:cNvSpPr/>
          <p:nvPr/>
        </p:nvSpPr>
        <p:spPr>
          <a:xfrm>
            <a:off x="299466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s19-roofline:1:16:text"/>
          <p:cNvSpPr/>
          <p:nvPr/>
        </p:nvSpPr>
        <p:spPr>
          <a:xfrm>
            <a:off x="441198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18" name="s19-roofline:1:17:text"/>
          <p:cNvSpPr/>
          <p:nvPr/>
        </p:nvSpPr>
        <p:spPr>
          <a:xfrm>
            <a:off x="582930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19" name="s19-roofline:1:18:text"/>
          <p:cNvSpPr/>
          <p:nvPr/>
        </p:nvSpPr>
        <p:spPr>
          <a:xfrm>
            <a:off x="594360" y="37627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19-roofline:1:19:text"/>
          <p:cNvSpPr/>
          <p:nvPr/>
        </p:nvSpPr>
        <p:spPr>
          <a:xfrm>
            <a:off x="594360" y="31683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s19-roofline:1:20:text"/>
          <p:cNvSpPr/>
          <p:nvPr/>
        </p:nvSpPr>
        <p:spPr>
          <a:xfrm>
            <a:off x="594360" y="25740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22" name="s19-roofline:1:21:text"/>
          <p:cNvSpPr/>
          <p:nvPr/>
        </p:nvSpPr>
        <p:spPr>
          <a:xfrm>
            <a:off x="594360" y="19796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23" name="s19-roofline:1:22:text"/>
          <p:cNvSpPr/>
          <p:nvPr/>
        </p:nvSpPr>
        <p:spPr>
          <a:xfrm>
            <a:off x="681228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= FLOPs / Bytes</a:t>
            </a:r>
            <a:endParaRPr lang="en-US" sz="1500" dirty="0"/>
          </a:p>
        </p:txBody>
      </p:sp>
      <p:sp>
        <p:nvSpPr>
          <p:cNvPr id="24" name="s19-roofline:2:23:line"/>
          <p:cNvSpPr/>
          <p:nvPr/>
        </p:nvSpPr>
        <p:spPr>
          <a:xfrm flipV="1">
            <a:off x="1379284" y="1693700"/>
            <a:ext cx="4790841" cy="2009062"/>
          </a:xfrm>
          <a:prstGeom prst="line">
            <a:avLst/>
          </a:prstGeom>
          <a:noFill/>
          <a:ln w="35560">
            <a:solidFill>
              <a:srgbClr val="2563EB"/>
            </a:solidFill>
            <a:prstDash val="solid"/>
          </a:ln>
        </p:spPr>
      </p:sp>
      <p:sp>
        <p:nvSpPr>
          <p:cNvPr id="25" name="s19-roofline:2:24:text"/>
          <p:cNvSpPr/>
          <p:nvPr/>
        </p:nvSpPr>
        <p:spPr>
          <a:xfrm>
            <a:off x="278892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BW</a:t>
            </a:r>
            <a:endParaRPr lang="en-US" sz="2000" dirty="0"/>
          </a:p>
        </p:txBody>
      </p:sp>
      <p:sp>
        <p:nvSpPr>
          <p:cNvPr id="26" name="s19-roofline:3:25:line"/>
          <p:cNvSpPr/>
          <p:nvPr/>
        </p:nvSpPr>
        <p:spPr>
          <a:xfrm>
            <a:off x="1379284" y="2055683"/>
            <a:ext cx="5005236" cy="914"/>
          </a:xfrm>
          <a:prstGeom prst="line">
            <a:avLst/>
          </a:prstGeom>
          <a:noFill/>
          <a:ln w="35560">
            <a:solidFill>
              <a:srgbClr val="7C3AED"/>
            </a:solidFill>
            <a:prstDash val="solid"/>
          </a:ln>
        </p:spPr>
      </p:sp>
      <p:sp>
        <p:nvSpPr>
          <p:cNvPr id="27" name="s19-roofline:3:26:text"/>
          <p:cNvSpPr/>
          <p:nvPr/>
        </p:nvSpPr>
        <p:spPr>
          <a:xfrm>
            <a:off x="68122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989 TFLOP/s</a:t>
            </a:r>
            <a:endParaRPr lang="en-US" sz="1700" dirty="0"/>
          </a:p>
        </p:txBody>
      </p:sp>
      <p:sp>
        <p:nvSpPr>
          <p:cNvPr id="28" name="s19-roofline:4:27:dot"/>
          <p:cNvSpPr/>
          <p:nvPr/>
        </p:nvSpPr>
        <p:spPr>
          <a:xfrm>
            <a:off x="5220067" y="1968815"/>
            <a:ext cx="173736" cy="173736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9" name="s19-roofline:4:28:line"/>
          <p:cNvSpPr/>
          <p:nvPr/>
        </p:nvSpPr>
        <p:spPr>
          <a:xfrm>
            <a:off x="5306935" y="2055683"/>
            <a:ext cx="914" cy="2059117"/>
          </a:xfrm>
          <a:prstGeom prst="line">
            <a:avLst/>
          </a:prstGeom>
          <a:noFill/>
          <a:ln w="16510">
            <a:solidFill>
              <a:srgbClr val="087F75"/>
            </a:solidFill>
            <a:prstDash val="dash"/>
          </a:ln>
        </p:spPr>
      </p:sp>
      <p:sp>
        <p:nvSpPr>
          <p:cNvPr id="30" name="s19-roofline:4:29:text"/>
          <p:cNvSpPr/>
          <p:nvPr/>
        </p:nvSpPr>
        <p:spPr>
          <a:xfrm>
            <a:off x="6812280" y="2487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Ridge ≈ 295.2</a:t>
            </a:r>
            <a:endParaRPr lang="en-US" sz="1800" dirty="0"/>
          </a:p>
        </p:txBody>
      </p:sp>
      <p:sp>
        <p:nvSpPr>
          <p:cNvPr id="31" name="s19-roofline:4:30:text"/>
          <p:cNvSpPr/>
          <p:nvPr/>
        </p:nvSpPr>
        <p:spPr>
          <a:xfrm>
            <a:off x="681228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P_peak / BW</a:t>
            </a:r>
            <a:endParaRPr lang="en-US" sz="1400" dirty="0"/>
          </a:p>
        </p:txBody>
      </p:sp>
      <p:sp>
        <p:nvSpPr>
          <p:cNvPr id="32" name="s19-roofline:5:31:text"/>
          <p:cNvSpPr/>
          <p:nvPr/>
        </p:nvSpPr>
        <p:spPr>
          <a:xfrm>
            <a:off x="141732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Memory-bound</a:t>
            </a:r>
            <a:endParaRPr lang="en-US" sz="1700" dirty="0"/>
          </a:p>
        </p:txBody>
      </p:sp>
      <p:sp>
        <p:nvSpPr>
          <p:cNvPr id="33" name="s19-roofline:5:32:text"/>
          <p:cNvSpPr/>
          <p:nvPr/>
        </p:nvSpPr>
        <p:spPr>
          <a:xfrm>
            <a:off x="5486400" y="2578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Compute-bound</a:t>
            </a:r>
            <a:endParaRPr lang="en-US" sz="1450" dirty="0"/>
          </a:p>
        </p:txBody>
      </p:sp>
      <p:sp>
        <p:nvSpPr>
          <p:cNvPr id="34" name="s19-roofline:5:33:text"/>
          <p:cNvSpPr/>
          <p:nvPr/>
        </p:nvSpPr>
        <p:spPr>
          <a:xfrm>
            <a:off x="6812280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≤ min(P_peak, AI × BW)</a:t>
            </a:r>
            <a:endParaRPr lang="en-US" sz="1800" dirty="0"/>
          </a:p>
        </p:txBody>
      </p:sp>
      <p:sp>
        <p:nvSpPr>
          <p:cNvPr id="35" name="s19-roofline:5:34:text"/>
          <p:cNvSpPr/>
          <p:nvPr/>
        </p:nvSpPr>
        <p:spPr>
          <a:xfrm>
            <a:off x="548640" y="459943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SXM · BF16 Dense：989 TFLOP/s，3.35 TB/s；双对数坐标；理论上界。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1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0-roofline_batch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四.3–5 Query 流量与 Batch</a:t>
            </a:r>
            <a:endParaRPr lang="en-US" sz="1050" dirty="0"/>
          </a:p>
        </p:txBody>
      </p:sp>
      <p:sp>
        <p:nvSpPr>
          <p:cNvPr id="3" name="s20-roofline_batch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权重复用提高 Arithmetic Intensity，点向右移动</a:t>
            </a:r>
            <a:endParaRPr lang="en-US" sz="2700" dirty="0"/>
          </a:p>
        </p:txBody>
      </p:sp>
      <p:sp>
        <p:nvSpPr>
          <p:cNvPr id="4" name="s20-roofline_batch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20-roofline_batch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20-roofline_batch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20-roofline_batch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20-roofline_batch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20-roofline_batch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20-roofline_batch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22</a:t>
            </a:r>
            <a:endParaRPr lang="en-US" sz="1050" dirty="0"/>
          </a:p>
        </p:txBody>
      </p:sp>
      <p:sp>
        <p:nvSpPr>
          <p:cNvPr id="11" name="s20-roofline_batch:0:10:line"/>
          <p:cNvSpPr/>
          <p:nvPr/>
        </p:nvSpPr>
        <p:spPr>
          <a:xfrm>
            <a:off x="1097280" y="4133088"/>
            <a:ext cx="5669280" cy="914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2" name="s20-roofline_batch:0:11:line"/>
          <p:cNvSpPr/>
          <p:nvPr/>
        </p:nvSpPr>
        <p:spPr>
          <a:xfrm flipV="1">
            <a:off x="1097280" y="1572768"/>
            <a:ext cx="914" cy="2560320"/>
          </a:xfrm>
          <a:prstGeom prst="line">
            <a:avLst/>
          </a:prstGeom>
          <a:noFill/>
          <a:ln w="21590">
            <a:solidFill>
              <a:srgbClr val="15253D"/>
            </a:solidFill>
            <a:prstDash val="solid"/>
            <a:tailEnd type="triangle"/>
          </a:ln>
        </p:spPr>
      </p:sp>
      <p:sp>
        <p:nvSpPr>
          <p:cNvPr id="13" name="s20-roofline_batch:0:12:text"/>
          <p:cNvSpPr/>
          <p:nvPr/>
        </p:nvSpPr>
        <p:spPr>
          <a:xfrm>
            <a:off x="548640" y="13350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· TFLOP/s</a:t>
            </a:r>
            <a:endParaRPr lang="en-US" sz="1500" dirty="0"/>
          </a:p>
        </p:txBody>
      </p:sp>
      <p:sp>
        <p:nvSpPr>
          <p:cNvPr id="14" name="s20-roofline_batch:0:13:text"/>
          <p:cNvSpPr/>
          <p:nvPr/>
        </p:nvSpPr>
        <p:spPr>
          <a:xfrm>
            <a:off x="1097280" y="43891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Arithmetic Intensity · FLOPs/Byte</a:t>
            </a:r>
            <a:endParaRPr lang="en-US" sz="1400" dirty="0"/>
          </a:p>
        </p:txBody>
      </p:sp>
      <p:sp>
        <p:nvSpPr>
          <p:cNvPr id="15" name="s20-roofline_batch:0:14:text"/>
          <p:cNvSpPr/>
          <p:nvPr/>
        </p:nvSpPr>
        <p:spPr>
          <a:xfrm>
            <a:off x="157734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20-roofline_batch:0:15:text"/>
          <p:cNvSpPr/>
          <p:nvPr/>
        </p:nvSpPr>
        <p:spPr>
          <a:xfrm>
            <a:off x="299466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s20-roofline_batch:0:16:text"/>
          <p:cNvSpPr/>
          <p:nvPr/>
        </p:nvSpPr>
        <p:spPr>
          <a:xfrm>
            <a:off x="441198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18" name="s20-roofline_batch:0:17:text"/>
          <p:cNvSpPr/>
          <p:nvPr/>
        </p:nvSpPr>
        <p:spPr>
          <a:xfrm>
            <a:off x="582930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19" name="s20-roofline_batch:0:18:text"/>
          <p:cNvSpPr/>
          <p:nvPr/>
        </p:nvSpPr>
        <p:spPr>
          <a:xfrm>
            <a:off x="594360" y="37627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20-roofline_batch:0:19:text"/>
          <p:cNvSpPr/>
          <p:nvPr/>
        </p:nvSpPr>
        <p:spPr>
          <a:xfrm>
            <a:off x="594360" y="31683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s20-roofline_batch:0:20:text"/>
          <p:cNvSpPr/>
          <p:nvPr/>
        </p:nvSpPr>
        <p:spPr>
          <a:xfrm>
            <a:off x="594360" y="25740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1000" dirty="0"/>
          </a:p>
        </p:txBody>
      </p:sp>
      <p:sp>
        <p:nvSpPr>
          <p:cNvPr id="22" name="s20-roofline_batch:0:21:text"/>
          <p:cNvSpPr/>
          <p:nvPr/>
        </p:nvSpPr>
        <p:spPr>
          <a:xfrm>
            <a:off x="594360" y="19796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000" dirty="0"/>
          </a:p>
        </p:txBody>
      </p:sp>
      <p:sp>
        <p:nvSpPr>
          <p:cNvPr id="23" name="s20-roofline_batch:0:22:line"/>
          <p:cNvSpPr/>
          <p:nvPr/>
        </p:nvSpPr>
        <p:spPr>
          <a:xfrm flipV="1">
            <a:off x="1379284" y="1693700"/>
            <a:ext cx="4790841" cy="2009062"/>
          </a:xfrm>
          <a:prstGeom prst="line">
            <a:avLst/>
          </a:prstGeom>
          <a:noFill/>
          <a:ln w="35560">
            <a:solidFill>
              <a:srgbClr val="2563EB"/>
            </a:solidFill>
            <a:prstDash val="solid"/>
          </a:ln>
        </p:spPr>
      </p:sp>
      <p:sp>
        <p:nvSpPr>
          <p:cNvPr id="24" name="s20-roofline_batch:0:23:line"/>
          <p:cNvSpPr/>
          <p:nvPr/>
        </p:nvSpPr>
        <p:spPr>
          <a:xfrm>
            <a:off x="1379284" y="2055683"/>
            <a:ext cx="5005236" cy="914"/>
          </a:xfrm>
          <a:prstGeom prst="line">
            <a:avLst/>
          </a:prstGeom>
          <a:noFill/>
          <a:ln w="35560">
            <a:solidFill>
              <a:srgbClr val="7C3AED"/>
            </a:solidFill>
            <a:prstDash val="solid"/>
          </a:ln>
        </p:spPr>
      </p:sp>
      <p:sp>
        <p:nvSpPr>
          <p:cNvPr id="25" name="s20-roofline_batch:0:24:line"/>
          <p:cNvSpPr/>
          <p:nvPr/>
        </p:nvSpPr>
        <p:spPr>
          <a:xfrm>
            <a:off x="5306927" y="2055683"/>
            <a:ext cx="914" cy="2059117"/>
          </a:xfrm>
          <a:prstGeom prst="line">
            <a:avLst/>
          </a:prstGeom>
          <a:noFill/>
          <a:ln w="16510">
            <a:solidFill>
              <a:srgbClr val="087F75"/>
            </a:solidFill>
            <a:prstDash val="dash"/>
          </a:ln>
        </p:spPr>
      </p:sp>
      <p:sp>
        <p:nvSpPr>
          <p:cNvPr id="26" name="s20-roofline_batch:0:25:text"/>
          <p:cNvSpPr/>
          <p:nvPr/>
        </p:nvSpPr>
        <p:spPr>
          <a:xfrm>
            <a:off x="141732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Memory-bound</a:t>
            </a:r>
            <a:endParaRPr lang="en-US" sz="1700" dirty="0"/>
          </a:p>
        </p:txBody>
      </p:sp>
      <p:sp>
        <p:nvSpPr>
          <p:cNvPr id="27" name="s20-roofline_batch:0:26:text"/>
          <p:cNvSpPr/>
          <p:nvPr/>
        </p:nvSpPr>
        <p:spPr>
          <a:xfrm>
            <a:off x="5486400" y="2578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Compute-bound</a:t>
            </a:r>
            <a:endParaRPr lang="en-US" sz="1450" dirty="0"/>
          </a:p>
        </p:txBody>
      </p:sp>
      <p:sp>
        <p:nvSpPr>
          <p:cNvPr id="28" name="s20-roofline_batch:1:27:text"/>
          <p:cNvSpPr/>
          <p:nvPr/>
        </p:nvSpPr>
        <p:spPr>
          <a:xfrm>
            <a:off x="68580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· 2 Bytes</a:t>
            </a:r>
            <a:endParaRPr lang="en-US" sz="1500" dirty="0"/>
          </a:p>
        </p:txBody>
      </p:sp>
      <p:sp>
        <p:nvSpPr>
          <p:cNvPr id="29" name="s20-roofline_batch:1:28:text"/>
          <p:cNvSpPr/>
          <p:nvPr/>
        </p:nvSpPr>
        <p:spPr>
          <a:xfrm>
            <a:off x="6858000" y="1874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权重按批次读一次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写出一次、读回一次</a:t>
            </a:r>
            <a:endParaRPr lang="en-US" sz="1350" dirty="0"/>
          </a:p>
        </p:txBody>
      </p:sp>
      <p:sp>
        <p:nvSpPr>
          <p:cNvPr id="30" name="s20-roofline_batch:2:29:dot"/>
          <p:cNvSpPr/>
          <p:nvPr/>
        </p:nvSpPr>
        <p:spPr>
          <a:xfrm>
            <a:off x="1723133" y="3441761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20-roofline_batch:2:30:text"/>
          <p:cNvSpPr/>
          <p:nvPr/>
        </p:nvSpPr>
        <p:spPr>
          <a:xfrm>
            <a:off x="6858000" y="2606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M=1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96.99 MFLOPs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97.07 MB · AI≈1</a:t>
            </a:r>
            <a:endParaRPr lang="en-US" sz="1450" dirty="0"/>
          </a:p>
        </p:txBody>
      </p:sp>
      <p:sp>
        <p:nvSpPr>
          <p:cNvPr id="32" name="s20-roofline_batch:3:31:dot"/>
          <p:cNvSpPr/>
          <p:nvPr/>
        </p:nvSpPr>
        <p:spPr>
          <a:xfrm>
            <a:off x="5610187" y="1973387"/>
            <a:ext cx="164592" cy="164592"/>
          </a:xfrm>
          <a:prstGeom prst="ellipse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33" name="s20-roofline_batch:3:32:text"/>
          <p:cNvSpPr/>
          <p:nvPr/>
        </p:nvSpPr>
        <p:spPr>
          <a:xfrm>
            <a:off x="6858000" y="3611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M=1024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99.32 GFLOPs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179.83 MB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AI≈552.3</a:t>
            </a:r>
            <a:endParaRPr lang="en-US" sz="1450" dirty="0"/>
          </a:p>
        </p:txBody>
      </p:sp>
      <p:sp>
        <p:nvSpPr>
          <p:cNvPr id="34" name="s20-roofline_batch:4:33:line"/>
          <p:cNvSpPr/>
          <p:nvPr/>
        </p:nvSpPr>
        <p:spPr>
          <a:xfrm flipV="1">
            <a:off x="2167743" y="2164025"/>
            <a:ext cx="2834640" cy="1169591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  <a:tailEnd type="triangle"/>
          </a:ln>
        </p:spPr>
      </p:sp>
      <p:sp>
        <p:nvSpPr>
          <p:cNvPr id="35" name="s20-roofline_batch:4:34:text"/>
          <p:cNvSpPr/>
          <p:nvPr/>
        </p:nvSpPr>
        <p:spPr>
          <a:xfrm>
            <a:off x="347472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↑</a:t>
            </a:r>
            <a:endParaRPr lang="en-US" sz="2200" dirty="0"/>
          </a:p>
        </p:txBody>
      </p:sp>
      <p:sp>
        <p:nvSpPr>
          <p:cNvPr id="36" name="s20-roofline_batch:4:35:text"/>
          <p:cNvSpPr/>
          <p:nvPr/>
        </p:nvSpPr>
        <p:spPr>
          <a:xfrm>
            <a:off x="548640" y="459943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只含两个 Query Linear；简化流量模型，非实测；M 为一次共同处理的行数。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1-mfu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五.MFU 基本公式与示例</a:t>
            </a:r>
            <a:endParaRPr lang="en-US" sz="1050" dirty="0"/>
          </a:p>
        </p:txBody>
      </p:sp>
      <p:sp>
        <p:nvSpPr>
          <p:cNvPr id="3" name="s21-mfu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MFU：把有效模型工作量与可用峰值放在同一尺度</a:t>
            </a:r>
            <a:endParaRPr lang="en-US" sz="2700" dirty="0"/>
          </a:p>
        </p:txBody>
      </p:sp>
      <p:sp>
        <p:nvSpPr>
          <p:cNvPr id="4" name="s21-mfu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21-mfu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21-mfu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21-mfu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21-mfu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21-mfu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21-mfu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22</a:t>
            </a:r>
            <a:endParaRPr lang="en-US" sz="1050" dirty="0"/>
          </a:p>
        </p:txBody>
      </p:sp>
      <p:sp>
        <p:nvSpPr>
          <p:cNvPr id="11" name="s21-mfu:0:10:text"/>
          <p:cNvSpPr/>
          <p:nvPr/>
        </p:nvSpPr>
        <p:spPr>
          <a:xfrm>
            <a:off x="502920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Example / Not Measured</a:t>
            </a:r>
            <a:endParaRPr lang="en-US" sz="1800" dirty="0"/>
          </a:p>
        </p:txBody>
      </p:sp>
      <p:sp>
        <p:nvSpPr>
          <p:cNvPr id="12" name="s21-mfu:1:11:text"/>
          <p:cNvSpPr/>
          <p:nvPr/>
        </p:nvSpPr>
        <p:spPr>
          <a:xfrm>
            <a:off x="50292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Useful Model FLOPs / Step</a:t>
            </a:r>
            <a:endParaRPr lang="en-US" sz="2000" dirty="0"/>
          </a:p>
        </p:txBody>
      </p:sp>
      <p:sp>
        <p:nvSpPr>
          <p:cNvPr id="13" name="s21-mfu:1:12:text"/>
          <p:cNvSpPr/>
          <p:nvPr/>
        </p:nvSpPr>
        <p:spPr>
          <a:xfrm>
            <a:off x="502920" y="2240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100.6M tokens × 60 GFLOPs/token</a:t>
            </a:r>
            <a:endParaRPr lang="en-US" sz="1900" dirty="0"/>
          </a:p>
        </p:txBody>
      </p:sp>
      <p:sp>
        <p:nvSpPr>
          <p:cNvPr id="14" name="s21-mfu:1:13:text"/>
          <p:cNvSpPr/>
          <p:nvPr/>
        </p:nvSpPr>
        <p:spPr>
          <a:xfrm>
            <a:off x="6035040" y="2176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6.036 EFLOPs</a:t>
            </a:r>
            <a:endParaRPr lang="en-US" sz="2400" dirty="0"/>
          </a:p>
        </p:txBody>
      </p:sp>
      <p:sp>
        <p:nvSpPr>
          <p:cNvPr id="15" name="s21-mfu:2:14:text"/>
          <p:cNvSpPr/>
          <p:nvPr/>
        </p:nvSpPr>
        <p:spPr>
          <a:xfrm>
            <a:off x="502920" y="2743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Total Hardware Peak Throughput</a:t>
            </a:r>
            <a:endParaRPr lang="en-US" sz="2000" dirty="0"/>
          </a:p>
        </p:txBody>
      </p:sp>
      <p:sp>
        <p:nvSpPr>
          <p:cNvPr id="16" name="s21-mfu:2:15:text"/>
          <p:cNvSpPr/>
          <p:nvPr/>
        </p:nvSpPr>
        <p:spPr>
          <a:xfrm>
            <a:off x="502920" y="3154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2048 GPUs × 989.5 TFLOP/s</a:t>
            </a:r>
            <a:endParaRPr lang="en-US" sz="1900" dirty="0"/>
          </a:p>
        </p:txBody>
      </p:sp>
      <p:sp>
        <p:nvSpPr>
          <p:cNvPr id="17" name="s21-mfu:2:16:text"/>
          <p:cNvSpPr/>
          <p:nvPr/>
        </p:nvSpPr>
        <p:spPr>
          <a:xfrm>
            <a:off x="6035040" y="2971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2.026496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EFLOP/s</a:t>
            </a:r>
            <a:endParaRPr lang="en-US" sz="2200" dirty="0"/>
          </a:p>
        </p:txBody>
      </p:sp>
      <p:sp>
        <p:nvSpPr>
          <p:cNvPr id="18" name="s21-mfu:3:17:text"/>
          <p:cNvSpPr/>
          <p:nvPr/>
        </p:nvSpPr>
        <p:spPr>
          <a:xfrm>
            <a:off x="502920" y="37764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MFU = 6.036 / (6.0 × 2.026496)</a:t>
            </a:r>
            <a:endParaRPr lang="en-US" sz="2100" dirty="0"/>
          </a:p>
        </p:txBody>
      </p:sp>
      <p:sp>
        <p:nvSpPr>
          <p:cNvPr id="19" name="s21-mfu:3:18:rect"/>
          <p:cNvSpPr/>
          <p:nvPr/>
        </p:nvSpPr>
        <p:spPr>
          <a:xfrm>
            <a:off x="502920" y="4297680"/>
            <a:ext cx="6126480" cy="228600"/>
          </a:xfrm>
          <a:prstGeom prst="rect">
            <a:avLst/>
          </a:prstGeom>
          <a:solidFill>
            <a:srgbClr val="E5EAF2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0" name="s21-mfu:3:19:rect"/>
          <p:cNvSpPr/>
          <p:nvPr/>
        </p:nvSpPr>
        <p:spPr>
          <a:xfrm>
            <a:off x="502920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1" name="s21-mfu:3:20:rect"/>
          <p:cNvSpPr/>
          <p:nvPr/>
        </p:nvSpPr>
        <p:spPr>
          <a:xfrm>
            <a:off x="807053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2" name="s21-mfu:3:21:rect"/>
          <p:cNvSpPr/>
          <p:nvPr/>
        </p:nvSpPr>
        <p:spPr>
          <a:xfrm>
            <a:off x="1111186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3" name="s21-mfu:3:22:rect"/>
          <p:cNvSpPr/>
          <p:nvPr/>
        </p:nvSpPr>
        <p:spPr>
          <a:xfrm>
            <a:off x="1415318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4" name="s21-mfu:3:23:rect"/>
          <p:cNvSpPr/>
          <p:nvPr/>
        </p:nvSpPr>
        <p:spPr>
          <a:xfrm>
            <a:off x="1719451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5" name="s21-mfu:3:24:rect"/>
          <p:cNvSpPr/>
          <p:nvPr/>
        </p:nvSpPr>
        <p:spPr>
          <a:xfrm>
            <a:off x="2023584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6" name="s21-mfu:3:25:rect"/>
          <p:cNvSpPr/>
          <p:nvPr/>
        </p:nvSpPr>
        <p:spPr>
          <a:xfrm>
            <a:off x="2327717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7" name="s21-mfu:3:26:rect"/>
          <p:cNvSpPr/>
          <p:nvPr/>
        </p:nvSpPr>
        <p:spPr>
          <a:xfrm>
            <a:off x="2631850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8" name="s21-mfu:3:27:rect"/>
          <p:cNvSpPr/>
          <p:nvPr/>
        </p:nvSpPr>
        <p:spPr>
          <a:xfrm>
            <a:off x="2935982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9" name="s21-mfu:3:28:rect"/>
          <p:cNvSpPr/>
          <p:nvPr/>
        </p:nvSpPr>
        <p:spPr>
          <a:xfrm>
            <a:off x="3240115" y="4297680"/>
            <a:ext cx="304133" cy="228600"/>
          </a:xfrm>
          <a:prstGeom prst="rect">
            <a:avLst/>
          </a:prstGeom>
          <a:solidFill>
            <a:srgbClr val="087F75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30" name="s21-mfu:3:29:text"/>
          <p:cNvSpPr/>
          <p:nvPr/>
        </p:nvSpPr>
        <p:spPr>
          <a:xfrm>
            <a:off x="6858000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49.6%</a:t>
            </a:r>
            <a:endParaRPr lang="en-US" sz="3400" dirty="0"/>
          </a:p>
        </p:txBody>
      </p:sp>
      <p:sp>
        <p:nvSpPr>
          <p:cNvPr id="31" name="s21-mfu:3:30:text"/>
          <p:cNvSpPr/>
          <p:nvPr/>
        </p:nvSpPr>
        <p:spPr>
          <a:xfrm>
            <a:off x="502920" y="45902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GFLOPs/token、2048 GPUs、6.0 s：假设；989.5：示例规格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8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7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3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2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81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2-summary:0:1:text"/>
          <p:cNvSpPr/>
          <p:nvPr/>
        </p:nvSpPr>
        <p:spPr>
          <a:xfrm>
            <a:off x="41148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五.6–7 综合与总结</a:t>
            </a:r>
            <a:endParaRPr lang="en-US" sz="1050" dirty="0"/>
          </a:p>
        </p:txBody>
      </p:sp>
      <p:sp>
        <p:nvSpPr>
          <p:cNvPr id="3" name="s22-summary:0:2:text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沿着计算路径，把成本与效率接起来</a:t>
            </a:r>
            <a:endParaRPr lang="en-US" sz="2700" dirty="0"/>
          </a:p>
        </p:txBody>
      </p:sp>
      <p:sp>
        <p:nvSpPr>
          <p:cNvPr id="4" name="s22-summary:0:3:line"/>
          <p:cNvSpPr/>
          <p:nvPr/>
        </p:nvSpPr>
        <p:spPr>
          <a:xfrm>
            <a:off x="411480" y="1271016"/>
            <a:ext cx="8321040" cy="914"/>
          </a:xfrm>
          <a:prstGeom prst="line">
            <a:avLst/>
          </a:prstGeom>
          <a:noFill/>
          <a:ln w="10160">
            <a:solidFill>
              <a:srgbClr val="CED8E6"/>
            </a:solidFill>
            <a:prstDash val="solid"/>
          </a:ln>
        </p:spPr>
      </p:sp>
      <p:sp>
        <p:nvSpPr>
          <p:cNvPr id="5" name="s22-summary:0:4:text"/>
          <p:cNvSpPr/>
          <p:nvPr/>
        </p:nvSpPr>
        <p:spPr>
          <a:xfrm>
            <a:off x="45720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950" dirty="0"/>
          </a:p>
        </p:txBody>
      </p:sp>
      <p:sp>
        <p:nvSpPr>
          <p:cNvPr id="6" name="s22-summary:0:5:text"/>
          <p:cNvSpPr/>
          <p:nvPr/>
        </p:nvSpPr>
        <p:spPr>
          <a:xfrm>
            <a:off x="96012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950" dirty="0"/>
          </a:p>
        </p:txBody>
      </p:sp>
      <p:sp>
        <p:nvSpPr>
          <p:cNvPr id="7" name="s22-summary:0:6:text"/>
          <p:cNvSpPr/>
          <p:nvPr/>
        </p:nvSpPr>
        <p:spPr>
          <a:xfrm>
            <a:off x="1463040" y="47731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950" dirty="0"/>
          </a:p>
        </p:txBody>
      </p:sp>
      <p:sp>
        <p:nvSpPr>
          <p:cNvPr id="8" name="s22-summary:0:7:text"/>
          <p:cNvSpPr/>
          <p:nvPr/>
        </p:nvSpPr>
        <p:spPr>
          <a:xfrm>
            <a:off x="19659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传递梯度</a:t>
            </a:r>
            <a:endParaRPr lang="en-US" sz="950" dirty="0"/>
          </a:p>
        </p:txBody>
      </p:sp>
      <p:sp>
        <p:nvSpPr>
          <p:cNvPr id="9" name="s22-summary:0:8:text"/>
          <p:cNvSpPr/>
          <p:nvPr/>
        </p:nvSpPr>
        <p:spPr>
          <a:xfrm>
            <a:off x="27889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权重梯度</a:t>
            </a:r>
            <a:endParaRPr lang="en-US" sz="950" dirty="0"/>
          </a:p>
        </p:txBody>
      </p:sp>
      <p:sp>
        <p:nvSpPr>
          <p:cNvPr id="10" name="s22-summary:0:9:text"/>
          <p:cNvSpPr/>
          <p:nvPr/>
        </p:nvSpPr>
        <p:spPr>
          <a:xfrm>
            <a:off x="79552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8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22</a:t>
            </a:r>
            <a:endParaRPr lang="en-US" sz="1050" dirty="0"/>
          </a:p>
        </p:txBody>
      </p:sp>
      <p:sp>
        <p:nvSpPr>
          <p:cNvPr id="11" name="s22-summary:1:10:rect"/>
          <p:cNvSpPr/>
          <p:nvPr/>
        </p:nvSpPr>
        <p:spPr>
          <a:xfrm>
            <a:off x="502920" y="1920240"/>
            <a:ext cx="1828800" cy="685800"/>
          </a:xfrm>
          <a:prstGeom prst="rect">
            <a:avLst/>
          </a:prstGeom>
          <a:solidFill>
            <a:srgbClr val="EAF1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22-summary:1:11:text"/>
          <p:cNvSpPr/>
          <p:nvPr/>
        </p:nvSpPr>
        <p:spPr>
          <a:xfrm>
            <a:off x="576072" y="196596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13" name="s22-summary:1:12:line"/>
          <p:cNvSpPr/>
          <p:nvPr/>
        </p:nvSpPr>
        <p:spPr>
          <a:xfrm>
            <a:off x="2423160" y="2267712"/>
            <a:ext cx="22860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4" name="s22-summary:1:13:rect"/>
          <p:cNvSpPr/>
          <p:nvPr/>
        </p:nvSpPr>
        <p:spPr>
          <a:xfrm>
            <a:off x="2743200" y="1920240"/>
            <a:ext cx="1828800" cy="685800"/>
          </a:xfrm>
          <a:prstGeom prst="rect">
            <a:avLst/>
          </a:prstGeom>
          <a:solidFill>
            <a:srgbClr val="F1EB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22-summary:1:14:text"/>
          <p:cNvSpPr/>
          <p:nvPr/>
        </p:nvSpPr>
        <p:spPr>
          <a:xfrm>
            <a:off x="2816352" y="196596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Parameters</a:t>
            </a:r>
            <a:endParaRPr lang="en-US" sz="2000" dirty="0"/>
          </a:p>
        </p:txBody>
      </p:sp>
      <p:sp>
        <p:nvSpPr>
          <p:cNvPr id="16" name="s22-summary:1:15:text"/>
          <p:cNvSpPr/>
          <p:nvPr/>
        </p:nvSpPr>
        <p:spPr>
          <a:xfrm>
            <a:off x="548640" y="285292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哪些路径执行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哪些权重被访问</a:t>
            </a:r>
            <a:endParaRPr lang="en-US" sz="2100" dirty="0"/>
          </a:p>
        </p:txBody>
      </p:sp>
      <p:sp>
        <p:nvSpPr>
          <p:cNvPr id="17" name="s22-summary:2:16:line"/>
          <p:cNvSpPr/>
          <p:nvPr/>
        </p:nvSpPr>
        <p:spPr>
          <a:xfrm>
            <a:off x="4663440" y="2267712"/>
            <a:ext cx="22860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18" name="s22-summary:2:17:rect"/>
          <p:cNvSpPr/>
          <p:nvPr/>
        </p:nvSpPr>
        <p:spPr>
          <a:xfrm>
            <a:off x="4983480" y="1920240"/>
            <a:ext cx="1463040" cy="685800"/>
          </a:xfrm>
          <a:prstGeom prst="rect">
            <a:avLst/>
          </a:prstGeom>
          <a:solidFill>
            <a:srgbClr val="FFF0E6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s22-summary:2:18:text"/>
          <p:cNvSpPr/>
          <p:nvPr/>
        </p:nvSpPr>
        <p:spPr>
          <a:xfrm>
            <a:off x="5056632" y="196596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FLOPs</a:t>
            </a:r>
            <a:endParaRPr lang="en-US" sz="2100" dirty="0"/>
          </a:p>
        </p:txBody>
      </p:sp>
      <p:sp>
        <p:nvSpPr>
          <p:cNvPr id="20" name="s22-summary:2:19:text"/>
          <p:cNvSpPr/>
          <p:nvPr/>
        </p:nvSpPr>
        <p:spPr>
          <a:xfrm>
            <a:off x="4983480" y="28529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 + 反向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525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声明范围与计数口径</a:t>
            </a:r>
            <a:endParaRPr lang="en-US" sz="2100" dirty="0"/>
          </a:p>
        </p:txBody>
      </p:sp>
      <p:sp>
        <p:nvSpPr>
          <p:cNvPr id="21" name="s22-summary:3:20:line"/>
          <p:cNvSpPr/>
          <p:nvPr/>
        </p:nvSpPr>
        <p:spPr>
          <a:xfrm>
            <a:off x="6537960" y="2267712"/>
            <a:ext cx="228600" cy="914"/>
          </a:xfrm>
          <a:prstGeom prst="line">
            <a:avLst/>
          </a:prstGeom>
          <a:noFill/>
          <a:ln w="25400">
            <a:solidFill>
              <a:srgbClr val="586A83"/>
            </a:solidFill>
            <a:prstDash val="solid"/>
            <a:tailEnd type="triangle"/>
          </a:ln>
        </p:spPr>
      </p:sp>
      <p:sp>
        <p:nvSpPr>
          <p:cNvPr id="22" name="s22-summary:3:21:rect"/>
          <p:cNvSpPr/>
          <p:nvPr/>
        </p:nvSpPr>
        <p:spPr>
          <a:xfrm>
            <a:off x="6858000" y="1920240"/>
            <a:ext cx="1828800" cy="685800"/>
          </a:xfrm>
          <a:prstGeom prst="rect">
            <a:avLst/>
          </a:prstGeom>
          <a:solidFill>
            <a:srgbClr val="E1F5F0"/>
          </a:solidFill>
          <a:ln w="12700">
            <a:solidFill>
              <a:srgbClr val="087F75"/>
            </a:solidFill>
            <a:prstDash val="solid"/>
          </a:ln>
        </p:spPr>
      </p:sp>
      <p:sp>
        <p:nvSpPr>
          <p:cNvPr id="23" name="s22-summary:3:22:text"/>
          <p:cNvSpPr/>
          <p:nvPr/>
        </p:nvSpPr>
        <p:spPr>
          <a:xfrm>
            <a:off x="6931152" y="196596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Efficiency</a:t>
            </a:r>
            <a:endParaRPr lang="en-US" sz="2100" dirty="0"/>
          </a:p>
        </p:txBody>
      </p:sp>
      <p:sp>
        <p:nvSpPr>
          <p:cNvPr id="24" name="s22-summary:3:23:text"/>
          <p:cNvSpPr/>
          <p:nvPr/>
        </p:nvSpPr>
        <p:spPr>
          <a:xfrm>
            <a:off x="502920" y="400507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7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Roofline：潜在瓶颈    MFU：有效训练吞吐 / 总峰值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V4.1 Flash 计算成本可视化</dc:title>
  <dc:subject/>
  <dc:creator>Presentation Team</dc:creator>
  <cp:lastModifiedBy>Presentation Team</cp:lastModifiedBy>
  <cp:revision>1</cp:revision>
  <dcterms:created xsi:type="dcterms:W3CDTF">2026-10-19T03:06:53Z</dcterms:created>
  <dcterms:modified xsi:type="dcterms:W3CDTF">2026-10-19T03:06:53Z</dcterms:modified>
</cp:coreProperties>
</file>