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Word：一.6 MoE 与 Dense。
段落索引（从 0 起）：[83, 96]。
讲述：专家墙真实包含 384 格。分数与选中的具体专家编号只作教学示意，不是运行轨迹；共享专家不参与这次 Top-6 竞争。
点击顺序：
1. Token 进入 Router
2. 显示 384 个 Routed Experts 的评分示意
3. 高亮其中 6 个选中专家
4. 显示始终执行的 1 个 Shared Expert
5. 选中专家执行 FFN
6. 路由加权求和，再加共享专家输出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Word：一.6 MoE 与 Dense。
段落索引（从 0 起）：[83, 96]。
讲述：专家墙真实包含 384 格。分数与选中的具体专家编号只作教学示意，不是运行轨迹；共享专家不参与这次 Top-6 竞争。
点击顺序：
1. Token 进入 Router
2. 显示 384 个 Routed Experts 的评分示意
3. 高亮其中 6 个选中专家
4. 显示始终执行的 1 个 Shared Expert
5. 选中专家执行 FFN
6. 路由加权求和，再加共享专家输出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Word：一.6 MoE 与 Dense。
段落索引（从 0 起）：[83, 96]。
讲述：专家墙真实包含 384 格。分数与选中的具体专家编号只作教学示意，不是运行轨迹；共享专家不参与这次 Top-6 竞争。
点击顺序：
1. Token 进入 Router
2. 显示 384 个 Routed Experts 的评分示意
3. 高亮其中 6 个选中专家
4. 显示始终执行的 1 个 Shared Expert
5. 选中专家执行 FFN
6. 路由加权求和，再加共享专家输出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Word：一.6 MoE 与 Dense。
段落索引（从 0 起）：[83, 96]。
讲述：专家墙真实包含 384 格。分数与选中的具体专家编号只作教学示意，不是运行轨迹；共享专家不参与这次 Top-6 竞争。
点击顺序：
1. Token 进入 Router
2. 显示 384 个 Routed Experts 的评分示意
3. 高亮其中 6 个选中专家
4. 显示始终执行的 1 个 Shared Expert
5. 选中专家执行 FFN
6. 路由加权求和，再加共享专家输出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Word：一.6 MoE 与 Dense。
段落索引（从 0 起）：[83, 96]。
讲述：专家墙真实包含 384 格。分数与选中的具体专家编号只作教学示意，不是运行轨迹；共享专家不参与这次 Top-6 竞争。
点击顺序：
1. Token 进入 Router
2. 显示 384 个 Routed Experts 的评分示意
3. 高亮其中 6 个选中专家
4. 显示始终执行的 1 个 Shared Expert
5. 选中专家执行 FFN
6. 路由加权求和，再加共享专家输出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Word：一.6 MoE 与 Dense。
段落索引（从 0 起）：[83, 96]。
讲述：专家墙真实包含 384 格。分数与选中的具体专家编号只作教学示意，不是运行轨迹；共享专家不参与这次 Top-6 竞争。
点击顺序：
1. Token 进入 Router
2. 显示 384 个 Routed Experts 的评分示意
3. 高亮其中 6 个选中专家
4. 显示始终执行的 1 个 Shared Expert
5. 选中专家执行 FFN
6. 路由加权求和，再加共享专家输出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Word：一.6 MoE 与 Dense。
段落索引（从 0 起）：[83, 96]。
讲述：专家墙真实包含 384 格。分数与选中的具体专家编号只作教学示意，不是运行轨迹；共享专家不参与这次 Top-6 竞争。
点击顺序：
1. Token 进入 Router
2. 显示 384 个 Routed Experts 的评分示意
3. 高亮其中 6 个选中专家
4. 显示始终执行的 1 个 Shared Expert
5. 选中专家执行 FFN
6. 路由加权求和，再加共享专家输出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从参数到 FLOPs。
段落索引（从 0 起）：[145, 155]。
讲述：小矩阵为教学例。A=[[1,2,3],[4,5,6]]，B=[[1,2],[3,4],[5,6]]。每次点击只推进一个乘法或求和动作，等待听众看清再继续。
点击顺序：
1. 高亮 A 第一行 [1,2,3]
2. 高亮 B 第一列 [1,3,5]
3. 显示 1×1 = 1
4. 显示 2×3 = 6
5. 显示 3×5 = 15
6. 将乘积相加：1+6+15 = 22
7. 将 22 写入 C 第一行第一列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从参数到 FLOPs。
段落索引（从 0 起）：[145, 155]。
讲述：小矩阵为教学例。A=[[1,2,3],[4,5,6]]，B=[[1,2],[3,4],[5,6]]。每次点击只推进一个乘法或求和动作，等待听众看清再继续。
点击顺序：
1. 高亮 A 第一行 [1,2,3]
2. 高亮 B 第一列 [1,3,5]
3. 显示 1×1 = 1
4. 显示 2×3 = 6
5. 显示 3×5 = 15
6. 将乘积相加：1+6+15 = 22
7. 将 22 写入 C 第一行第一列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从参数到 FLOPs。
段落索引（从 0 起）：[145, 155]。
讲述：小矩阵为教学例。A=[[1,2,3],[4,5,6]]，B=[[1,2],[3,4],[5,6]]。每次点击只推进一个乘法或求和动作，等待听众看清再继续。
点击顺序：
1. 高亮 A 第一行 [1,2,3]
2. 高亮 B 第一列 [1,3,5]
3. 显示 1×1 = 1
4. 显示 2×3 = 6
5. 显示 3×5 = 15
6. 将乘积相加：1+6+15 = 22
7. 将 22 写入 C 第一行第一列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从参数到 FLOPs。
段落索引（从 0 起）：[145, 155]。
讲述：小矩阵为教学例。A=[[1,2,3],[4,5,6]]，B=[[1,2],[3,4],[5,6]]。每次点击只推进一个乘法或求和动作，等待听众看清再继续。
点击顺序：
1. 高亮 A 第一行 [1,2,3]
2. 高亮 B 第一列 [1,3,5]
3. 显示 1×1 = 1
4. 显示 2×3 = 6
5. 显示 3×5 = 15
6. 将乘积相加：1+6+15 = 22
7. 将 22 写入 C 第一行第一列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从参数到 FLOPs。
段落索引（从 0 起）：[145, 155]。
讲述：小矩阵为教学例。A=[[1,2,3],[4,5,6]]，B=[[1,2],[3,4],[5,6]]。每次点击只推进一个乘法或求和动作，等待听众看清再继续。
点击顺序：
1. 高亮 A 第一行 [1,2,3]
2. 高亮 B 第一列 [1,3,5]
3. 显示 1×1 = 1
4. 显示 2×3 = 6
5. 显示 3×5 = 15
6. 将乘积相加：1+6+15 = 22
7. 将 22 写入 C 第一行第一列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从参数到 FLOPs。
段落索引（从 0 起）：[145, 155]。
讲述：小矩阵为教学例。A=[[1,2,3],[4,5,6]]，B=[[1,2],[3,4],[5,6]]。每次点击只推进一个乘法或求和动作，等待听众看清再继续。
点击顺序：
1. 高亮 A 第一行 [1,2,3]
2. 高亮 B 第一列 [1,3,5]
3. 显示 1×1 = 1
4. 显示 2×3 = 6
5. 显示 3×5 = 15
6. 将乘积相加：1+6+15 = 22
7. 将 22 写入 C 第一行第一列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从参数到 FLOPs。
段落索引（从 0 起）：[145, 155]。
讲述：小矩阵为教学例。A=[[1,2,3],[4,5,6]]，B=[[1,2],[3,4],[5,6]]。每次点击只推进一个乘法或求和动作，等待听众看清再继续。
点击顺序：
1. 高亮 A 第一行 [1,2,3]
2. 高亮 B 第一列 [1,3,5]
3. 显示 1×1 = 1
4. 显示 2×3 = 6
5. 显示 3×5 = 15
6. 将乘积相加：1+6+15 = 22
7. 将 22 写入 C 第一行第一列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从参数到 FLOPs。
段落索引（从 0 起）：[145, 155]。
讲述：小矩阵为教学例。A=[[1,2,3],[4,5,6]]，B=[[1,2],[3,4],[5,6]]。每次点击只推进一个乘法或求和动作，等待听众看清再继续。
点击顺序：
1. 高亮 A 第一行 [1,2,3]
2. 高亮 B 第一列 [1,3,5]
3. 显示 1×1 = 1
4. 显示 2×3 = 6
5. 显示 3×5 = 15
6. 将乘积相加：1+6+15 = 22
7. 将 22 写入 C 第一行第一列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矩阵乘法与计数。
段落索引（从 0 起）：[151, 155]。
讲述：C=[[22,28],[49,64]]。每个输出精确 5 次乘加，全矩阵 20 FLOPs；2×2×3×2=24 为常用近似。不是精确 24。
点击顺序：
1. 高亮 A 第一行与 B 第二列
2. 显示 1×2 + 2×4 + 3×6 = 28
3. 将 28 写入 C，并补齐第二行
4. 显示 3 次乘法 + 2 次加法，以及 2MKN 近似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矩阵乘法与计数。
段落索引（从 0 起）：[151, 155]。
讲述：C=[[22,28],[49,64]]。每个输出精确 5 次乘加，全矩阵 20 FLOPs；2×2×3×2=24 为常用近似。不是精确 24。
点击顺序：
1. 高亮 A 第一行与 B 第二列
2. 显示 1×2 + 2×4 + 3×6 = 28
3. 将 28 写入 C，并补齐第二行
4. 显示 3 次乘法 + 2 次加法，以及 2MKN 近似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矩阵乘法与计数。
段落索引（从 0 起）：[151, 155]。
讲述：C=[[22,28],[49,64]]。每个输出精确 5 次乘加，全矩阵 20 FLOPs；2×2×3×2=24 为常用近似。不是精确 24。
点击顺序：
1. 高亮 A 第一行与 B 第二列
2. 显示 1×2 + 2×4 + 3×6 = 28
3. 将 28 写入 C，并补齐第二行
4. 显示 3 次乘法 + 2 次加法，以及 2MKN 近似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矩阵乘法与计数。
段落索引（从 0 起）：[151, 155]。
讲述：C=[[22,28],[49,64]]。每个输出精确 5 次乘加，全矩阵 20 FLOPs；2×2×3×2=24 为常用近似。不是精确 24。
点击顺序：
1. 高亮 A 第一行与 B 第二列
2. 显示 1×2 + 2×4 + 3×6 = 28
3. 将 28 写入 C，并补齐第二行
4. 显示 3 次乘法 + 2 次加法，以及 2MKN 近似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矩阵乘法与计数。
段落索引（从 0 起）：[151, 155]。
讲述：C=[[22,28],[49,64]]。每个输出精确 5 次乘加，全矩阵 20 FLOPs；2×2×3×2=24 为常用近似。不是精确 24。
点击顺序：
1. 高亮 A 第一行与 B 第二列
2. 显示 1×2 + 2×4 + 3×6 = 28
3. 将 28 写入 C，并补齐第二行
4. 显示 3 次乘法 + 2 次加法，以及 2MKN 近似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2 Query 投影。
段落索引（从 0 起）：[156, 188]。
讲述：形状真实，向量宽度为示意，不按维度严格等比。主 FLOPs 仅两个 Linear，排除 RMSNorm / RoPE。Reshape 不增加浮点乘加。
点击顺序：
1. W_QA：5120 → 1280，13.11 MFLOPs
2. RMSNorm：维度仍为 1280
3. W_QB：1280 → 32768，83.89 MFLOPs
4. 重排为 64 Heads × 512，汇总 96.99 MFLOPs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2 Query 投影。
段落索引（从 0 起）：[156, 188]。
讲述：形状真实，向量宽度为示意，不按维度严格等比。主 FLOPs 仅两个 Linear，排除 RMSNorm / RoPE。Reshape 不增加浮点乘加。
点击顺序：
1. W_QA：5120 → 1280，13.11 MFLOPs
2. RMSNorm：维度仍为 1280
3. W_QB：1280 → 32768，83.89 MFLOPs
4. 重排为 64 Heads × 512，汇总 96.99 MFLOPs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2 Query 投影。
段落索引（从 0 起）：[156, 188]。
讲述：形状真实，向量宽度为示意，不按维度严格等比。主 FLOPs 仅两个 Linear，排除 RMSNorm / RoPE。Reshape 不增加浮点乘加。
点击顺序：
1. W_QA：5120 → 1280，13.11 MFLOPs
2. RMSNorm：维度仍为 1280
3. W_QB：1280 → 32768，83.89 MFLOPs
4. 重排为 64 Heads × 512，汇总 96.99 MFLOPs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2 Query 投影。
段落索引（从 0 起）：[156, 188]。
讲述：形状真实，向量宽度为示意，不按维度严格等比。主 FLOPs 仅两个 Linear，排除 RMSNorm / RoPE。Reshape 不增加浮点乘加。
点击顺序：
1. W_QA：5120 → 1280，13.11 MFLOPs
2. RMSNorm：维度仍为 1280
3. W_QB：1280 → 32768，83.89 MFLOPs
4. 重排为 64 Heads × 512，汇总 96.99 MFLOPs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2 Query 投影。
段落索引（从 0 起）：[156, 188]。
讲述：形状真实，向量宽度为示意，不按维度严格等比。主 FLOPs 仅两个 Linear，排除 RMSNorm / RoPE。Reshape 不增加浮点乘加。
点击顺序：
1. W_QA：5120 → 1280，13.11 MFLOPs
2. RMSNorm：维度仍为 1280
3. W_QB：1280 → 32768，83.89 MFLOPs
4. 重排为 64 Heads × 512，汇总 96.99 MFLOPs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1–2 五步与顺序。
段落索引（从 0 起）：[196, 214]。
讲述：原稿用 dZ 指末端梯度；此处聚焦 Query 子图，以 dQ 表示后续 Attention 已传回的梯度。整个模型的 Loss 不直接等于 Query 局部 Loss。
点击顺序：
1. 显示前向 X → W_QA → RMSNorm → W_QB → Q
2. ① 从 Loss 获得 dQ
3. ② 取回本层保存的输入和权重
4. 反向从 W_QB 经 RMSNorm 回到 W_QA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1–2 五步与顺序。
段落索引（从 0 起）：[196, 214]。
讲述：原稿用 dZ 指末端梯度；此处聚焦 Query 子图，以 dQ 表示后续 Attention 已传回的梯度。整个模型的 Loss 不直接等于 Query 局部 Loss。
点击顺序：
1. 显示前向 X → W_QA → RMSNorm → W_QB → Q
2. ① 从 Loss 获得 dQ
3. ② 取回本层保存的输入和权重
4. 反向从 W_QB 经 RMSNorm 回到 W_QA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1–2 五步与顺序。
段落索引（从 0 起）：[196, 214]。
讲述：原稿用 dZ 指末端梯度；此处聚焦 Query 子图，以 dQ 表示后续 Attention 已传回的梯度。整个模型的 Loss 不直接等于 Query 局部 Loss。
点击顺序：
1. 显示前向 X → W_QA → RMSNorm → W_QB → Q
2. ① 从 Loss 获得 dQ
3. ② 取回本层保存的输入和权重
4. 反向从 W_QB 经 RMSNorm 回到 W_QA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1–2 五步与顺序。
段落索引（从 0 起）：[196, 214]。
讲述：原稿用 dZ 指末端梯度；此处聚焦 Query 子图，以 dQ 表示后续 Attention 已传回的梯度。整个模型的 Loss 不直接等于 Query 局部 Loss。
点击顺序：
1. 显示前向 X → W_QA → RMSNorm → W_QB → Q
2. ① 从 Loss 获得 dQ
3. ② 取回本层保存的输入和权重
4. 反向从 W_QB 经 RMSNorm 回到 W_QA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1–2 五步与顺序。
段落索引（从 0 起）：[196, 214]。
讲述：原稿用 dZ 指末端梯度；此处聚焦 Query 子图，以 dQ 表示后续 Attention 已传回的梯度。整个模型的 Loss 不直接等于 Query 局部 Loss。
点击顺序：
1. 显示前向 X → W_QA → RMSNorm → W_QB → Q
2. ① 从 Loss 获得 dQ
3. ② 取回本层保存的输入和权重
4. 反向从 W_QB 经 RMSNorm 回到 W_QA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3–5 Weight / Input Gradient。
段落索引（从 0 起）：[215, 234]。
讲述：dW 使用洋红色，dX / 继续传播梯度使用橙色。输入形状、输出形状均列出。RMSNorm 反向必须经过，不是恒等；γ 的梯度未在主图展开，成本小计另排除。
点击顺序：
1. W_QB 收到 dQ
2. ③ dW_QB = H′ᵀ dQ，向权重分支流动
3. ④ dH′ = dQ W_QBᵀ，继续向前
4. RMSNorm 将 dH′ 转为 dH
5. W_QA 分支产生 dW_QA 与 dX
6. ⑤ dX 继续传给前一模块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3–5 Weight / Input Gradient。
段落索引（从 0 起）：[215, 234]。
讲述：dW 使用洋红色，dX / 继续传播梯度使用橙色。输入形状、输出形状均列出。RMSNorm 反向必须经过，不是恒等；γ 的梯度未在主图展开，成本小计另排除。
点击顺序：
1. W_QB 收到 dQ
2. ③ dW_QB = H′ᵀ dQ，向权重分支流动
3. ④ dH′ = dQ W_QBᵀ，继续向前
4. RMSNorm 将 dH′ 转为 dH
5. W_QA 分支产生 dW_QA 与 dX
6. ⑤ dX 继续传给前一模块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3–5 Weight / Input Gradient。
段落索引（从 0 起）：[215, 234]。
讲述：dW 使用洋红色，dX / 继续传播梯度使用橙色。输入形状、输出形状均列出。RMSNorm 反向必须经过，不是恒等；γ 的梯度未在主图展开，成本小计另排除。
点击顺序：
1. W_QB 收到 dQ
2. ③ dW_QB = H′ᵀ dQ，向权重分支流动
3. ④ dH′ = dQ W_QBᵀ，继续向前
4. RMSNorm 将 dH′ 转为 dH
5. W_QA 分支产生 dW_QA 与 dX
6. ⑤ dX 继续传给前一模块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3–5 Weight / Input Gradient。
段落索引（从 0 起）：[215, 234]。
讲述：dW 使用洋红色，dX / 继续传播梯度使用橙色。输入形状、输出形状均列出。RMSNorm 反向必须经过，不是恒等；γ 的梯度未在主图展开，成本小计另排除。
点击顺序：
1. W_QB 收到 dQ
2. ③ dW_QB = H′ᵀ dQ，向权重分支流动
3. ④ dH′ = dQ W_QBᵀ，继续向前
4. RMSNorm 将 dH′ 转为 dH
5. W_QA 分支产生 dW_QA 与 dX
6. ⑤ dX 继续传给前一模块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3–5 Weight / Input Gradient。
段落索引（从 0 起）：[215, 234]。
讲述：dW 使用洋红色，dX / 继续传播梯度使用橙色。输入形状、输出形状均列出。RMSNorm 反向必须经过，不是恒等；γ 的梯度未在主图展开，成本小计另排除。
点击顺序：
1. W_QB 收到 dQ
2. ③ dW_QB = H′ᵀ dQ，向权重分支流动
3. ④ dH′ = dQ W_QBᵀ，继续向前
4. RMSNorm 将 dH′ 转为 dH
5. W_QA 分支产生 dW_QA 与 dX
6. ⑤ dX 继续传给前一模块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3–5 Weight / Input Gradient。
段落索引（从 0 起）：[215, 234]。
讲述：dW 使用洋红色，dX / 继续传播梯度使用橙色。输入形状、输出形状均列出。RMSNorm 反向必须经过，不是恒等；γ 的梯度未在主图展开，成本小计另排除。
点击顺序：
1. W_QB 收到 dQ
2. ③ dW_QB = H′ᵀ dQ，向权重分支流动
3. ④ dH′ = dQ W_QBᵀ，继续向前
4. RMSNorm 将 dH′ 转为 dH
5. W_QA 分支产生 dW_QA 与 dX
6. ⑤ dX 继续传给前一模块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3–5 Weight / Input Gradient。
段落索引（从 0 起）：[215, 234]。
讲述：dW 使用洋红色，dX / 继续传播梯度使用橙色。输入形状、输出形状均列出。RMSNorm 反向必须经过，不是恒等；γ 的梯度未在主图展开，成本小计另排除。
点击顺序：
1. W_QB 收到 dQ
2. ③ dW_QB = H′ᵀ dQ，向权重分支流动
3. ④ dH′ = dQ W_QBᵀ，继续向前
4. RMSNorm 将 dH′ 转为 dH
5. W_QA 分支产生 dW_QA 与 dX
6. ⑤ dX 继续传给前一模块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Word：四.1–3 概念与屋顶线。
段落索引（从 0 起）：[243, 266]。
讲述：双对数坐标。斜线与水平线的较小值构成屋顶；点的纵坐标是模型给出的性能上界，不是实测。H100 SXM BF16 Dense 989 TFLOP/s，3.35 TB/s。
点击顺序：
1. 只显示 Arithmetic Intensity 与 Performance 坐标轴
2. 绘制 Memory Bandwidth Limit：AI × BW
3. 加入 Peak Compute 水平线
4. 标出 Ridge Point = Peak / BW
5. 标注 Memory-bound 与 Compute-bound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Word：四.1–3 概念与屋顶线。
段落索引（从 0 起）：[243, 266]。
讲述：双对数坐标。斜线与水平线的较小值构成屋顶；点的纵坐标是模型给出的性能上界，不是实测。H100 SXM BF16 Dense 989 TFLOP/s，3.35 TB/s。
点击顺序：
1. 只显示 Arithmetic Intensity 与 Performance 坐标轴
2. 绘制 Memory Bandwidth Limit：AI × BW
3. 加入 Peak Compute 水平线
4. 标出 Ridge Point = Peak / BW
5. 标注 Memory-bound 与 Compute-bound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Word：四.1–3 概念与屋顶线。
段落索引（从 0 起）：[243, 266]。
讲述：双对数坐标。斜线与水平线的较小值构成屋顶；点的纵坐标是模型给出的性能上界，不是实测。H100 SXM BF16 Dense 989 TFLOP/s，3.35 TB/s。
点击顺序：
1. 只显示 Arithmetic Intensity 与 Performance 坐标轴
2. 绘制 Memory Bandwidth Limit：AI × BW
3. 加入 Peak Compute 水平线
4. 标出 Ridge Point = Peak / BW
5. 标注 Memory-bound 与 Compute-bound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Word：四.1–3 概念与屋顶线。
段落索引（从 0 起）：[243, 266]。
讲述：双对数坐标。斜线与水平线的较小值构成屋顶；点的纵坐标是模型给出的性能上界，不是实测。H100 SXM BF16 Dense 989 TFLOP/s，3.35 TB/s。
点击顺序：
1. 只显示 Arithmetic Intensity 与 Performance 坐标轴
2. 绘制 Memory Bandwidth Limit：AI × BW
3. 加入 Peak Compute 水平线
4. 标出 Ridge Point = Peak / BW
5. 标注 Memory-bound 与 Compute-bound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Word：四.1–3 概念与屋顶线。
段落索引（从 0 起）：[243, 266]。
讲述：双对数坐标。斜线与水平线的较小值构成屋顶；点的纵坐标是模型给出的性能上界，不是实测。H100 SXM BF16 Dense 989 TFLOP/s，3.35 TB/s。
点击顺序：
1. 只显示 Arithmetic Intensity 与 Performance 坐标轴
2. 绘制 Memory Bandwidth Limit：AI × BW
3. 加入 Peak Compute 水平线
4. 标出 Ridge Point = Peak / BW
5. 标注 Memory-bound 与 Compute-bound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Word：四.1–3 概念与屋顶线。
段落索引（从 0 起）：[243, 266]。
讲述：双对数坐标。斜线与水平线的较小值构成屋顶；点的纵坐标是模型给出的性能上界，不是实测。H100 SXM BF16 Dense 989 TFLOP/s，3.35 TB/s。
点击顺序：
1. 只显示 Arithmetic Intensity 与 Performance 坐标轴
2. 绘制 Memory Bandwidth Limit：AI × BW
3. 加入 Peak Compute 水平线
4. 标出 Ridge Point = Peak / BW
5. 标注 Memory-bound 与 Compute-bound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Word：五.MFU 基本公式与示例。
段落索引（从 0 起）：[286, 320]。
讲述：Illustrative Example / Not Measured。报告 batch 100.6M tokens；60 GFLOPs/token、2048 GPUs 和 6 s 均为假设；989.5 为示例硬件规格。60 GFLOPs 不是已验证的全模型训练值。MFU 分子不计额外激活重计算；更高 MFU 不自动表示质量更高或总成本更低。
点击顺序：
1. Useful FLOPs：100.6M × 60 GFLOPs = 6.036 EFLOPs
2. Total Peak：2048 × 989.5 TFLOP/s = 2.026496 EFLOP/s
3. Available FLOPs：乘 6 s；进度条自动在约 0.9 秒内填到 49.6%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Word：五.MFU 基本公式与示例。
段落索引（从 0 起）：[286, 320]。
讲述：Illustrative Example / Not Measured。报告 batch 100.6M tokens；60 GFLOPs/token、2048 GPUs 和 6 s 均为假设；989.5 为示例硬件规格。60 GFLOPs 不是已验证的全模型训练值。MFU 分子不计额外激活重计算；更高 MFU 不自动表示质量更高或总成本更低。
点击顺序：
1. Useful FLOPs：100.6M × 60 GFLOPs = 6.036 EFLOPs
2. Total Peak：2048 × 989.5 TFLOP/s = 2.026496 EFLOP/s
3. Available FLOPs：乘 6 s；进度条自动在约 0.9 秒内填到 49.6%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Word：五.MFU 基本公式与示例。
段落索引（从 0 起）：[286, 320]。
讲述：Illustrative Example / Not Measured。报告 batch 100.6M tokens；60 GFLOPs/token、2048 GPUs 和 6 s 均为假设；989.5 为示例硬件规格。60 GFLOPs 不是已验证的全模型训练值。MFU 分子不计额外激活重计算；更高 MFU 不自动表示质量更高或总成本更低。
点击顺序：
1. Useful FLOPs：100.6M × 60 GFLOPs = 6.036 EFLOPs
2. Total Peak：2048 × 989.5 TFLOP/s = 2.026496 EFLOP/s
3. Available FLOPs：乘 6 s；进度条自动在约 0.9 秒内填到 49.6%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Word：五.MFU 基本公式与示例。
段落索引（从 0 起）：[286, 320]。
讲述：Illustrative Example / Not Measured。报告 batch 100.6M tokens；60 GFLOPs/token、2048 GPUs 和 6 s 均为假设；989.5 为示例硬件规格。60 GFLOPs 不是已验证的全模型训练值。MFU 分子不计额外激活重计算；更高 MFU 不自动表示质量更高或总成本更低。
点击顺序：
1. Useful FLOPs：100.6M × 60 GFLOPs = 6.036 EFLOPs
2. Total Peak：2048 × 989.5 TFLOP/s = 2.026496 EFLOP/s
3. Available FLOPs：乘 6 s；进度条自动在约 0.9 秒内填到 49.6%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-moe-checkpoint-0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一.6 MoE 与 Dense | Visual QA · Click 0/6</a:t>
            </a:r>
            <a:endParaRPr lang="en-US" sz="1050" dirty="0"/>
          </a:p>
        </p:txBody>
      </p:sp>
      <p:sp>
        <p:nvSpPr>
          <p:cNvPr id="3" name="s07-moe-checkpoint-0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使用同一组 FFN；MoE 选择执行路径</a:t>
            </a:r>
            <a:endParaRPr lang="en-US" sz="2700" dirty="0"/>
          </a:p>
        </p:txBody>
      </p:sp>
      <p:sp>
        <p:nvSpPr>
          <p:cNvPr id="4" name="s07-moe-checkpoint-0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7-moe-checkpoint-0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7-moe-checkpoint-0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7-moe-checkpoint-0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7-moe-checkpoint-0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7-moe-checkpoint-0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7-moe-checkpoint-0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22</a:t>
            </a:r>
            <a:endParaRPr lang="en-US" sz="1050" dirty="0"/>
          </a:p>
        </p:txBody>
      </p:sp>
      <p:sp>
        <p:nvSpPr>
          <p:cNvPr id="11" name="s07-moe-checkpoint-0:0:10:text"/>
          <p:cNvSpPr/>
          <p:nvPr/>
        </p:nvSpPr>
        <p:spPr>
          <a:xfrm>
            <a:off x="457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FFN</a:t>
            </a:r>
            <a:endParaRPr lang="en-US" sz="1900" dirty="0"/>
          </a:p>
        </p:txBody>
      </p:sp>
      <p:sp>
        <p:nvSpPr>
          <p:cNvPr id="12" name="s07-moe-checkpoint-0:0:11:rect"/>
          <p:cNvSpPr/>
          <p:nvPr/>
        </p:nvSpPr>
        <p:spPr>
          <a:xfrm>
            <a:off x="502920" y="2011680"/>
            <a:ext cx="82296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07-moe-checkpoint-0:0:12:text"/>
          <p:cNvSpPr/>
          <p:nvPr/>
        </p:nvSpPr>
        <p:spPr>
          <a:xfrm>
            <a:off x="576072" y="20574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500" dirty="0"/>
          </a:p>
        </p:txBody>
      </p:sp>
      <p:sp>
        <p:nvSpPr>
          <p:cNvPr id="14" name="s07-moe-checkpoint-0:0:13:line"/>
          <p:cNvSpPr/>
          <p:nvPr/>
        </p:nvSpPr>
        <p:spPr>
          <a:xfrm>
            <a:off x="1371600" y="2240280"/>
            <a:ext cx="2743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5" name="s07-moe-checkpoint-0:0:14:rect"/>
          <p:cNvSpPr/>
          <p:nvPr/>
        </p:nvSpPr>
        <p:spPr>
          <a:xfrm>
            <a:off x="1737360" y="1920240"/>
            <a:ext cx="201168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07-moe-checkpoint-0:0:15:text"/>
          <p:cNvSpPr/>
          <p:nvPr/>
        </p:nvSpPr>
        <p:spPr>
          <a:xfrm>
            <a:off x="1810512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FFN</a:t>
            </a:r>
            <a:endParaRPr lang="en-US" sz="1800" dirty="0"/>
          </a:p>
        </p:txBody>
      </p:sp>
      <p:sp>
        <p:nvSpPr>
          <p:cNvPr id="17" name="s07-moe-checkpoint-0:0:16:text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所有输入使用同一组权重</a:t>
            </a:r>
            <a:endParaRPr lang="en-US" sz="1700" dirty="0"/>
          </a:p>
        </p:txBody>
      </p:sp>
      <p:sp>
        <p:nvSpPr>
          <p:cNvPr id="18" name="s07-moe-checkpoint-0:0:17:line"/>
          <p:cNvSpPr/>
          <p:nvPr/>
        </p:nvSpPr>
        <p:spPr>
          <a:xfrm>
            <a:off x="4069080" y="1463040"/>
            <a:ext cx="914" cy="2971800"/>
          </a:xfrm>
          <a:prstGeom prst="line">
            <a:avLst/>
          </a:prstGeom>
          <a:noFill/>
          <a:ln w="12700">
            <a:solidFill>
              <a:srgbClr val="CED8E6"/>
            </a:solidFill>
            <a:prstDash val="solid"/>
          </a:ln>
        </p:spPr>
      </p:sp>
      <p:sp>
        <p:nvSpPr>
          <p:cNvPr id="19" name="s07-moe-checkpoint-0:0:18:text"/>
          <p:cNvSpPr/>
          <p:nvPr/>
        </p:nvSpPr>
        <p:spPr>
          <a:xfrm>
            <a:off x="429768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Mixture of Experts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-moe-checkpoint-1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一.6 MoE 与 Dense | Visual QA · Click 1/6</a:t>
            </a:r>
            <a:endParaRPr lang="en-US" sz="1050" dirty="0"/>
          </a:p>
        </p:txBody>
      </p:sp>
      <p:sp>
        <p:nvSpPr>
          <p:cNvPr id="3" name="s07-moe-checkpoint-1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使用同一组 FFN；MoE 选择执行路径</a:t>
            </a:r>
            <a:endParaRPr lang="en-US" sz="2700" dirty="0"/>
          </a:p>
        </p:txBody>
      </p:sp>
      <p:sp>
        <p:nvSpPr>
          <p:cNvPr id="4" name="s07-moe-checkpoint-1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7-moe-checkpoint-1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7-moe-checkpoint-1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7-moe-checkpoint-1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7-moe-checkpoint-1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7-moe-checkpoint-1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7-moe-checkpoint-1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22</a:t>
            </a:r>
            <a:endParaRPr lang="en-US" sz="1050" dirty="0"/>
          </a:p>
        </p:txBody>
      </p:sp>
      <p:sp>
        <p:nvSpPr>
          <p:cNvPr id="11" name="s07-moe-checkpoint-1:0:10:text"/>
          <p:cNvSpPr/>
          <p:nvPr/>
        </p:nvSpPr>
        <p:spPr>
          <a:xfrm>
            <a:off x="457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FFN</a:t>
            </a:r>
            <a:endParaRPr lang="en-US" sz="1900" dirty="0"/>
          </a:p>
        </p:txBody>
      </p:sp>
      <p:sp>
        <p:nvSpPr>
          <p:cNvPr id="12" name="s07-moe-checkpoint-1:0:11:rect"/>
          <p:cNvSpPr/>
          <p:nvPr/>
        </p:nvSpPr>
        <p:spPr>
          <a:xfrm>
            <a:off x="502920" y="2011680"/>
            <a:ext cx="82296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07-moe-checkpoint-1:0:12:text"/>
          <p:cNvSpPr/>
          <p:nvPr/>
        </p:nvSpPr>
        <p:spPr>
          <a:xfrm>
            <a:off x="576072" y="20574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500" dirty="0"/>
          </a:p>
        </p:txBody>
      </p:sp>
      <p:sp>
        <p:nvSpPr>
          <p:cNvPr id="14" name="s07-moe-checkpoint-1:0:13:line"/>
          <p:cNvSpPr/>
          <p:nvPr/>
        </p:nvSpPr>
        <p:spPr>
          <a:xfrm>
            <a:off x="1371600" y="2240280"/>
            <a:ext cx="2743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5" name="s07-moe-checkpoint-1:0:14:rect"/>
          <p:cNvSpPr/>
          <p:nvPr/>
        </p:nvSpPr>
        <p:spPr>
          <a:xfrm>
            <a:off x="1737360" y="1920240"/>
            <a:ext cx="201168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07-moe-checkpoint-1:0:15:text"/>
          <p:cNvSpPr/>
          <p:nvPr/>
        </p:nvSpPr>
        <p:spPr>
          <a:xfrm>
            <a:off x="1810512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FFN</a:t>
            </a:r>
            <a:endParaRPr lang="en-US" sz="1800" dirty="0"/>
          </a:p>
        </p:txBody>
      </p:sp>
      <p:sp>
        <p:nvSpPr>
          <p:cNvPr id="17" name="s07-moe-checkpoint-1:0:16:text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所有输入使用同一组权重</a:t>
            </a:r>
            <a:endParaRPr lang="en-US" sz="1700" dirty="0"/>
          </a:p>
        </p:txBody>
      </p:sp>
      <p:sp>
        <p:nvSpPr>
          <p:cNvPr id="18" name="s07-moe-checkpoint-1:0:17:line"/>
          <p:cNvSpPr/>
          <p:nvPr/>
        </p:nvSpPr>
        <p:spPr>
          <a:xfrm>
            <a:off x="4069080" y="1463040"/>
            <a:ext cx="914" cy="2971800"/>
          </a:xfrm>
          <a:prstGeom prst="line">
            <a:avLst/>
          </a:prstGeom>
          <a:noFill/>
          <a:ln w="12700">
            <a:solidFill>
              <a:srgbClr val="CED8E6"/>
            </a:solidFill>
            <a:prstDash val="solid"/>
          </a:ln>
        </p:spPr>
      </p:sp>
      <p:sp>
        <p:nvSpPr>
          <p:cNvPr id="19" name="s07-moe-checkpoint-1:0:18:text"/>
          <p:cNvSpPr/>
          <p:nvPr/>
        </p:nvSpPr>
        <p:spPr>
          <a:xfrm>
            <a:off x="429768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Mixture of Experts</a:t>
            </a:r>
            <a:endParaRPr lang="en-US" sz="1900" dirty="0"/>
          </a:p>
        </p:txBody>
      </p:sp>
      <p:sp>
        <p:nvSpPr>
          <p:cNvPr id="20" name="s07-moe-checkpoint-1:1:19:rect"/>
          <p:cNvSpPr/>
          <p:nvPr/>
        </p:nvSpPr>
        <p:spPr>
          <a:xfrm>
            <a:off x="4343400" y="1938528"/>
            <a:ext cx="100584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07-moe-checkpoint-1:1:20:text"/>
          <p:cNvSpPr/>
          <p:nvPr/>
        </p:nvSpPr>
        <p:spPr>
          <a:xfrm>
            <a:off x="4416552" y="198424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600" dirty="0"/>
          </a:p>
        </p:txBody>
      </p:sp>
      <p:sp>
        <p:nvSpPr>
          <p:cNvPr id="22" name="s07-moe-checkpoint-1:1:21:line"/>
          <p:cNvSpPr/>
          <p:nvPr/>
        </p:nvSpPr>
        <p:spPr>
          <a:xfrm>
            <a:off x="5440680" y="2167128"/>
            <a:ext cx="27432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07-moe-checkpoint-1:1:22:rect"/>
          <p:cNvSpPr/>
          <p:nvPr/>
        </p:nvSpPr>
        <p:spPr>
          <a:xfrm>
            <a:off x="5806440" y="1938528"/>
            <a:ext cx="1280160" cy="4572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07-moe-checkpoint-1:1:23:text"/>
          <p:cNvSpPr/>
          <p:nvPr/>
        </p:nvSpPr>
        <p:spPr>
          <a:xfrm>
            <a:off x="5879592" y="198424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-moe-checkpoint-2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一.6 MoE 与 Dense | Visual QA · Click 2/6</a:t>
            </a:r>
            <a:endParaRPr lang="en-US" sz="1050" dirty="0"/>
          </a:p>
        </p:txBody>
      </p:sp>
      <p:sp>
        <p:nvSpPr>
          <p:cNvPr id="3" name="s07-moe-checkpoint-2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使用同一组 FFN；MoE 选择执行路径</a:t>
            </a:r>
            <a:endParaRPr lang="en-US" sz="2700" dirty="0"/>
          </a:p>
        </p:txBody>
      </p:sp>
      <p:sp>
        <p:nvSpPr>
          <p:cNvPr id="4" name="s07-moe-checkpoint-2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7-moe-checkpoint-2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7-moe-checkpoint-2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7-moe-checkpoint-2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7-moe-checkpoint-2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7-moe-checkpoint-2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7-moe-checkpoint-2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22</a:t>
            </a:r>
            <a:endParaRPr lang="en-US" sz="1050" dirty="0"/>
          </a:p>
        </p:txBody>
      </p:sp>
      <p:sp>
        <p:nvSpPr>
          <p:cNvPr id="11" name="s07-moe-checkpoint-2:0:10:text"/>
          <p:cNvSpPr/>
          <p:nvPr/>
        </p:nvSpPr>
        <p:spPr>
          <a:xfrm>
            <a:off x="457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FFN</a:t>
            </a:r>
            <a:endParaRPr lang="en-US" sz="1900" dirty="0"/>
          </a:p>
        </p:txBody>
      </p:sp>
      <p:sp>
        <p:nvSpPr>
          <p:cNvPr id="12" name="s07-moe-checkpoint-2:0:11:rect"/>
          <p:cNvSpPr/>
          <p:nvPr/>
        </p:nvSpPr>
        <p:spPr>
          <a:xfrm>
            <a:off x="502920" y="2011680"/>
            <a:ext cx="82296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07-moe-checkpoint-2:0:12:text"/>
          <p:cNvSpPr/>
          <p:nvPr/>
        </p:nvSpPr>
        <p:spPr>
          <a:xfrm>
            <a:off x="576072" y="20574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500" dirty="0"/>
          </a:p>
        </p:txBody>
      </p:sp>
      <p:sp>
        <p:nvSpPr>
          <p:cNvPr id="14" name="s07-moe-checkpoint-2:0:13:line"/>
          <p:cNvSpPr/>
          <p:nvPr/>
        </p:nvSpPr>
        <p:spPr>
          <a:xfrm>
            <a:off x="1371600" y="2240280"/>
            <a:ext cx="2743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5" name="s07-moe-checkpoint-2:0:14:rect"/>
          <p:cNvSpPr/>
          <p:nvPr/>
        </p:nvSpPr>
        <p:spPr>
          <a:xfrm>
            <a:off x="1737360" y="1920240"/>
            <a:ext cx="201168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07-moe-checkpoint-2:0:15:text"/>
          <p:cNvSpPr/>
          <p:nvPr/>
        </p:nvSpPr>
        <p:spPr>
          <a:xfrm>
            <a:off x="1810512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FFN</a:t>
            </a:r>
            <a:endParaRPr lang="en-US" sz="1800" dirty="0"/>
          </a:p>
        </p:txBody>
      </p:sp>
      <p:sp>
        <p:nvSpPr>
          <p:cNvPr id="17" name="s07-moe-checkpoint-2:0:16:text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所有输入使用同一组权重</a:t>
            </a:r>
            <a:endParaRPr lang="en-US" sz="1700" dirty="0"/>
          </a:p>
        </p:txBody>
      </p:sp>
      <p:sp>
        <p:nvSpPr>
          <p:cNvPr id="18" name="s07-moe-checkpoint-2:0:17:line"/>
          <p:cNvSpPr/>
          <p:nvPr/>
        </p:nvSpPr>
        <p:spPr>
          <a:xfrm>
            <a:off x="4069080" y="1463040"/>
            <a:ext cx="914" cy="2971800"/>
          </a:xfrm>
          <a:prstGeom prst="line">
            <a:avLst/>
          </a:prstGeom>
          <a:noFill/>
          <a:ln w="12700">
            <a:solidFill>
              <a:srgbClr val="CED8E6"/>
            </a:solidFill>
            <a:prstDash val="solid"/>
          </a:ln>
        </p:spPr>
      </p:sp>
      <p:sp>
        <p:nvSpPr>
          <p:cNvPr id="19" name="s07-moe-checkpoint-2:0:18:text"/>
          <p:cNvSpPr/>
          <p:nvPr/>
        </p:nvSpPr>
        <p:spPr>
          <a:xfrm>
            <a:off x="429768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Mixture of Experts</a:t>
            </a:r>
            <a:endParaRPr lang="en-US" sz="1900" dirty="0"/>
          </a:p>
        </p:txBody>
      </p:sp>
      <p:sp>
        <p:nvSpPr>
          <p:cNvPr id="20" name="s07-moe-checkpoint-2:1:19:rect"/>
          <p:cNvSpPr/>
          <p:nvPr/>
        </p:nvSpPr>
        <p:spPr>
          <a:xfrm>
            <a:off x="4343400" y="1938528"/>
            <a:ext cx="100584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07-moe-checkpoint-2:1:20:text"/>
          <p:cNvSpPr/>
          <p:nvPr/>
        </p:nvSpPr>
        <p:spPr>
          <a:xfrm>
            <a:off x="4416552" y="198424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600" dirty="0"/>
          </a:p>
        </p:txBody>
      </p:sp>
      <p:sp>
        <p:nvSpPr>
          <p:cNvPr id="22" name="s07-moe-checkpoint-2:1:21:line"/>
          <p:cNvSpPr/>
          <p:nvPr/>
        </p:nvSpPr>
        <p:spPr>
          <a:xfrm>
            <a:off x="5440680" y="2167128"/>
            <a:ext cx="27432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07-moe-checkpoint-2:1:22:rect"/>
          <p:cNvSpPr/>
          <p:nvPr/>
        </p:nvSpPr>
        <p:spPr>
          <a:xfrm>
            <a:off x="5806440" y="1938528"/>
            <a:ext cx="1280160" cy="4572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07-moe-checkpoint-2:1:23:text"/>
          <p:cNvSpPr/>
          <p:nvPr/>
        </p:nvSpPr>
        <p:spPr>
          <a:xfrm>
            <a:off x="5879592" y="198424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1700" dirty="0"/>
          </a:p>
        </p:txBody>
      </p:sp>
      <p:sp>
        <p:nvSpPr>
          <p:cNvPr id="25" name="s07-moe-checkpoint-2:2:24:rect"/>
          <p:cNvSpPr/>
          <p:nvPr/>
        </p:nvSpPr>
        <p:spPr>
          <a:xfrm>
            <a:off x="457200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" name="s07-moe-checkpoint-2:2:25:rect"/>
          <p:cNvSpPr/>
          <p:nvPr/>
        </p:nvSpPr>
        <p:spPr>
          <a:xfrm>
            <a:off x="465886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07-moe-checkpoint-2:2:26:rect"/>
          <p:cNvSpPr/>
          <p:nvPr/>
        </p:nvSpPr>
        <p:spPr>
          <a:xfrm>
            <a:off x="474573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" name="s07-moe-checkpoint-2:2:27:rect"/>
          <p:cNvSpPr/>
          <p:nvPr/>
        </p:nvSpPr>
        <p:spPr>
          <a:xfrm>
            <a:off x="483260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" name="s07-moe-checkpoint-2:2:28:rect"/>
          <p:cNvSpPr/>
          <p:nvPr/>
        </p:nvSpPr>
        <p:spPr>
          <a:xfrm>
            <a:off x="491947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" name="s07-moe-checkpoint-2:2:29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" name="s07-moe-checkpoint-2:2:30:rect"/>
          <p:cNvSpPr/>
          <p:nvPr/>
        </p:nvSpPr>
        <p:spPr>
          <a:xfrm>
            <a:off x="509320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" name="s07-moe-checkpoint-2:2:31:rect"/>
          <p:cNvSpPr/>
          <p:nvPr/>
        </p:nvSpPr>
        <p:spPr>
          <a:xfrm>
            <a:off x="518007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" name="s07-moe-checkpoint-2:2:32:rect"/>
          <p:cNvSpPr/>
          <p:nvPr/>
        </p:nvSpPr>
        <p:spPr>
          <a:xfrm>
            <a:off x="526694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" name="s07-moe-checkpoint-2:2:33:rect"/>
          <p:cNvSpPr/>
          <p:nvPr/>
        </p:nvSpPr>
        <p:spPr>
          <a:xfrm>
            <a:off x="535381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" name="s07-moe-checkpoint-2:2:34:rect"/>
          <p:cNvSpPr/>
          <p:nvPr/>
        </p:nvSpPr>
        <p:spPr>
          <a:xfrm>
            <a:off x="544068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" name="s07-moe-checkpoint-2:2:35:rect"/>
          <p:cNvSpPr/>
          <p:nvPr/>
        </p:nvSpPr>
        <p:spPr>
          <a:xfrm>
            <a:off x="552754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" name="s07-moe-checkpoint-2:2:36:rect"/>
          <p:cNvSpPr/>
          <p:nvPr/>
        </p:nvSpPr>
        <p:spPr>
          <a:xfrm>
            <a:off x="561441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" name="s07-moe-checkpoint-2:2:37:rect"/>
          <p:cNvSpPr/>
          <p:nvPr/>
        </p:nvSpPr>
        <p:spPr>
          <a:xfrm>
            <a:off x="570128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" name="s07-moe-checkpoint-2:2:38:rect"/>
          <p:cNvSpPr/>
          <p:nvPr/>
        </p:nvSpPr>
        <p:spPr>
          <a:xfrm>
            <a:off x="578815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" name="s07-moe-checkpoint-2:2:39:rect"/>
          <p:cNvSpPr/>
          <p:nvPr/>
        </p:nvSpPr>
        <p:spPr>
          <a:xfrm>
            <a:off x="587502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" name="s07-moe-checkpoint-2:2:40:rect"/>
          <p:cNvSpPr/>
          <p:nvPr/>
        </p:nvSpPr>
        <p:spPr>
          <a:xfrm>
            <a:off x="596188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" name="s07-moe-checkpoint-2:2:41:rect"/>
          <p:cNvSpPr/>
          <p:nvPr/>
        </p:nvSpPr>
        <p:spPr>
          <a:xfrm>
            <a:off x="604875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" name="s07-moe-checkpoint-2:2:42:rect"/>
          <p:cNvSpPr/>
          <p:nvPr/>
        </p:nvSpPr>
        <p:spPr>
          <a:xfrm>
            <a:off x="613562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" name="s07-moe-checkpoint-2:2:43:rect"/>
          <p:cNvSpPr/>
          <p:nvPr/>
        </p:nvSpPr>
        <p:spPr>
          <a:xfrm>
            <a:off x="622249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" name="s07-moe-checkpoint-2:2:44:rect"/>
          <p:cNvSpPr/>
          <p:nvPr/>
        </p:nvSpPr>
        <p:spPr>
          <a:xfrm>
            <a:off x="630936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" name="s07-moe-checkpoint-2:2:45:rect"/>
          <p:cNvSpPr/>
          <p:nvPr/>
        </p:nvSpPr>
        <p:spPr>
          <a:xfrm>
            <a:off x="639622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" name="s07-moe-checkpoint-2:2:46:rect"/>
          <p:cNvSpPr/>
          <p:nvPr/>
        </p:nvSpPr>
        <p:spPr>
          <a:xfrm>
            <a:off x="648309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" name="s07-moe-checkpoint-2:2:47:rect"/>
          <p:cNvSpPr/>
          <p:nvPr/>
        </p:nvSpPr>
        <p:spPr>
          <a:xfrm>
            <a:off x="656996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" name="s07-moe-checkpoint-2:2:48:rect"/>
          <p:cNvSpPr/>
          <p:nvPr/>
        </p:nvSpPr>
        <p:spPr>
          <a:xfrm>
            <a:off x="457200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" name="s07-moe-checkpoint-2:2:49:rect"/>
          <p:cNvSpPr/>
          <p:nvPr/>
        </p:nvSpPr>
        <p:spPr>
          <a:xfrm>
            <a:off x="465886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" name="s07-moe-checkpoint-2:2:50:rect"/>
          <p:cNvSpPr/>
          <p:nvPr/>
        </p:nvSpPr>
        <p:spPr>
          <a:xfrm>
            <a:off x="474573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" name="s07-moe-checkpoint-2:2:51:rect"/>
          <p:cNvSpPr/>
          <p:nvPr/>
        </p:nvSpPr>
        <p:spPr>
          <a:xfrm>
            <a:off x="483260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" name="s07-moe-checkpoint-2:2:52:rect"/>
          <p:cNvSpPr/>
          <p:nvPr/>
        </p:nvSpPr>
        <p:spPr>
          <a:xfrm>
            <a:off x="491947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" name="s07-moe-checkpoint-2:2:53:rect"/>
          <p:cNvSpPr/>
          <p:nvPr/>
        </p:nvSpPr>
        <p:spPr>
          <a:xfrm>
            <a:off x="500634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" name="s07-moe-checkpoint-2:2:54:rect"/>
          <p:cNvSpPr/>
          <p:nvPr/>
        </p:nvSpPr>
        <p:spPr>
          <a:xfrm>
            <a:off x="509320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" name="s07-moe-checkpoint-2:2:55:rect"/>
          <p:cNvSpPr/>
          <p:nvPr/>
        </p:nvSpPr>
        <p:spPr>
          <a:xfrm>
            <a:off x="518007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" name="s07-moe-checkpoint-2:2:56:rect"/>
          <p:cNvSpPr/>
          <p:nvPr/>
        </p:nvSpPr>
        <p:spPr>
          <a:xfrm>
            <a:off x="526694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" name="s07-moe-checkpoint-2:2:57:rect"/>
          <p:cNvSpPr/>
          <p:nvPr/>
        </p:nvSpPr>
        <p:spPr>
          <a:xfrm>
            <a:off x="535381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" name="s07-moe-checkpoint-2:2:58:rect"/>
          <p:cNvSpPr/>
          <p:nvPr/>
        </p:nvSpPr>
        <p:spPr>
          <a:xfrm>
            <a:off x="544068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" name="s07-moe-checkpoint-2:2:59:rect"/>
          <p:cNvSpPr/>
          <p:nvPr/>
        </p:nvSpPr>
        <p:spPr>
          <a:xfrm>
            <a:off x="552754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" name="s07-moe-checkpoint-2:2:60:rect"/>
          <p:cNvSpPr/>
          <p:nvPr/>
        </p:nvSpPr>
        <p:spPr>
          <a:xfrm>
            <a:off x="561441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" name="s07-moe-checkpoint-2:2:61:rect"/>
          <p:cNvSpPr/>
          <p:nvPr/>
        </p:nvSpPr>
        <p:spPr>
          <a:xfrm>
            <a:off x="570128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" name="s07-moe-checkpoint-2:2:62:rect"/>
          <p:cNvSpPr/>
          <p:nvPr/>
        </p:nvSpPr>
        <p:spPr>
          <a:xfrm>
            <a:off x="578815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" name="s07-moe-checkpoint-2:2:63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" name="s07-moe-checkpoint-2:2:64:rect"/>
          <p:cNvSpPr/>
          <p:nvPr/>
        </p:nvSpPr>
        <p:spPr>
          <a:xfrm>
            <a:off x="596188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" name="s07-moe-checkpoint-2:2:65:rect"/>
          <p:cNvSpPr/>
          <p:nvPr/>
        </p:nvSpPr>
        <p:spPr>
          <a:xfrm>
            <a:off x="604875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" name="s07-moe-checkpoint-2:2:66:rect"/>
          <p:cNvSpPr/>
          <p:nvPr/>
        </p:nvSpPr>
        <p:spPr>
          <a:xfrm>
            <a:off x="613562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" name="s07-moe-checkpoint-2:2:67:rect"/>
          <p:cNvSpPr/>
          <p:nvPr/>
        </p:nvSpPr>
        <p:spPr>
          <a:xfrm>
            <a:off x="622249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" name="s07-moe-checkpoint-2:2:68:rect"/>
          <p:cNvSpPr/>
          <p:nvPr/>
        </p:nvSpPr>
        <p:spPr>
          <a:xfrm>
            <a:off x="630936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" name="s07-moe-checkpoint-2:2:69:rect"/>
          <p:cNvSpPr/>
          <p:nvPr/>
        </p:nvSpPr>
        <p:spPr>
          <a:xfrm>
            <a:off x="639622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" name="s07-moe-checkpoint-2:2:70:rect"/>
          <p:cNvSpPr/>
          <p:nvPr/>
        </p:nvSpPr>
        <p:spPr>
          <a:xfrm>
            <a:off x="648309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" name="s07-moe-checkpoint-2:2:71:rect"/>
          <p:cNvSpPr/>
          <p:nvPr/>
        </p:nvSpPr>
        <p:spPr>
          <a:xfrm>
            <a:off x="656996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" name="s07-moe-checkpoint-2:2:72:rect"/>
          <p:cNvSpPr/>
          <p:nvPr/>
        </p:nvSpPr>
        <p:spPr>
          <a:xfrm>
            <a:off x="457200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" name="s07-moe-checkpoint-2:2:73:rect"/>
          <p:cNvSpPr/>
          <p:nvPr/>
        </p:nvSpPr>
        <p:spPr>
          <a:xfrm>
            <a:off x="465886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" name="s07-moe-checkpoint-2:2:74:rect"/>
          <p:cNvSpPr/>
          <p:nvPr/>
        </p:nvSpPr>
        <p:spPr>
          <a:xfrm>
            <a:off x="474573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" name="s07-moe-checkpoint-2:2:75:rect"/>
          <p:cNvSpPr/>
          <p:nvPr/>
        </p:nvSpPr>
        <p:spPr>
          <a:xfrm>
            <a:off x="483260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" name="s07-moe-checkpoint-2:2:76:rect"/>
          <p:cNvSpPr/>
          <p:nvPr/>
        </p:nvSpPr>
        <p:spPr>
          <a:xfrm>
            <a:off x="491947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" name="s07-moe-checkpoint-2:2:77:rect"/>
          <p:cNvSpPr/>
          <p:nvPr/>
        </p:nvSpPr>
        <p:spPr>
          <a:xfrm>
            <a:off x="500634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9" name="s07-moe-checkpoint-2:2:78:rect"/>
          <p:cNvSpPr/>
          <p:nvPr/>
        </p:nvSpPr>
        <p:spPr>
          <a:xfrm>
            <a:off x="509320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0" name="s07-moe-checkpoint-2:2:79:rect"/>
          <p:cNvSpPr/>
          <p:nvPr/>
        </p:nvSpPr>
        <p:spPr>
          <a:xfrm>
            <a:off x="518007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1" name="s07-moe-checkpoint-2:2:80:rect"/>
          <p:cNvSpPr/>
          <p:nvPr/>
        </p:nvSpPr>
        <p:spPr>
          <a:xfrm>
            <a:off x="526694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2" name="s07-moe-checkpoint-2:2:81:rect"/>
          <p:cNvSpPr/>
          <p:nvPr/>
        </p:nvSpPr>
        <p:spPr>
          <a:xfrm>
            <a:off x="535381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3" name="s07-moe-checkpoint-2:2:82:rect"/>
          <p:cNvSpPr/>
          <p:nvPr/>
        </p:nvSpPr>
        <p:spPr>
          <a:xfrm>
            <a:off x="544068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4" name="s07-moe-checkpoint-2:2:83:rect"/>
          <p:cNvSpPr/>
          <p:nvPr/>
        </p:nvSpPr>
        <p:spPr>
          <a:xfrm>
            <a:off x="552754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5" name="s07-moe-checkpoint-2:2:84:rect"/>
          <p:cNvSpPr/>
          <p:nvPr/>
        </p:nvSpPr>
        <p:spPr>
          <a:xfrm>
            <a:off x="561441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6" name="s07-moe-checkpoint-2:2:85:rect"/>
          <p:cNvSpPr/>
          <p:nvPr/>
        </p:nvSpPr>
        <p:spPr>
          <a:xfrm>
            <a:off x="570128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7" name="s07-moe-checkpoint-2:2:86:rect"/>
          <p:cNvSpPr/>
          <p:nvPr/>
        </p:nvSpPr>
        <p:spPr>
          <a:xfrm>
            <a:off x="578815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8" name="s07-moe-checkpoint-2:2:87:rect"/>
          <p:cNvSpPr/>
          <p:nvPr/>
        </p:nvSpPr>
        <p:spPr>
          <a:xfrm>
            <a:off x="587502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9" name="s07-moe-checkpoint-2:2:88:rect"/>
          <p:cNvSpPr/>
          <p:nvPr/>
        </p:nvSpPr>
        <p:spPr>
          <a:xfrm>
            <a:off x="596188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0" name="s07-moe-checkpoint-2:2:89:rect"/>
          <p:cNvSpPr/>
          <p:nvPr/>
        </p:nvSpPr>
        <p:spPr>
          <a:xfrm>
            <a:off x="604875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1" name="s07-moe-checkpoint-2:2:90:rect"/>
          <p:cNvSpPr/>
          <p:nvPr/>
        </p:nvSpPr>
        <p:spPr>
          <a:xfrm>
            <a:off x="613562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2" name="s07-moe-checkpoint-2:2:91:rect"/>
          <p:cNvSpPr/>
          <p:nvPr/>
        </p:nvSpPr>
        <p:spPr>
          <a:xfrm>
            <a:off x="622249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3" name="s07-moe-checkpoint-2:2:92:rect"/>
          <p:cNvSpPr/>
          <p:nvPr/>
        </p:nvSpPr>
        <p:spPr>
          <a:xfrm>
            <a:off x="630936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4" name="s07-moe-checkpoint-2:2:93:rect"/>
          <p:cNvSpPr/>
          <p:nvPr/>
        </p:nvSpPr>
        <p:spPr>
          <a:xfrm>
            <a:off x="639622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5" name="s07-moe-checkpoint-2:2:94:rect"/>
          <p:cNvSpPr/>
          <p:nvPr/>
        </p:nvSpPr>
        <p:spPr>
          <a:xfrm>
            <a:off x="648309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6" name="s07-moe-checkpoint-2:2:95:rect"/>
          <p:cNvSpPr/>
          <p:nvPr/>
        </p:nvSpPr>
        <p:spPr>
          <a:xfrm>
            <a:off x="656996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7" name="s07-moe-checkpoint-2:2:96:rect"/>
          <p:cNvSpPr/>
          <p:nvPr/>
        </p:nvSpPr>
        <p:spPr>
          <a:xfrm>
            <a:off x="457200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8" name="s07-moe-checkpoint-2:2:97:rect"/>
          <p:cNvSpPr/>
          <p:nvPr/>
        </p:nvSpPr>
        <p:spPr>
          <a:xfrm>
            <a:off x="465886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9" name="s07-moe-checkpoint-2:2:98:rect"/>
          <p:cNvSpPr/>
          <p:nvPr/>
        </p:nvSpPr>
        <p:spPr>
          <a:xfrm>
            <a:off x="474573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0" name="s07-moe-checkpoint-2:2:99:rect"/>
          <p:cNvSpPr/>
          <p:nvPr/>
        </p:nvSpPr>
        <p:spPr>
          <a:xfrm>
            <a:off x="483260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1" name="s07-moe-checkpoint-2:2:100:rect"/>
          <p:cNvSpPr/>
          <p:nvPr/>
        </p:nvSpPr>
        <p:spPr>
          <a:xfrm>
            <a:off x="491947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2" name="s07-moe-checkpoint-2:2:101:rect"/>
          <p:cNvSpPr/>
          <p:nvPr/>
        </p:nvSpPr>
        <p:spPr>
          <a:xfrm>
            <a:off x="500634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3" name="s07-moe-checkpoint-2:2:102:rect"/>
          <p:cNvSpPr/>
          <p:nvPr/>
        </p:nvSpPr>
        <p:spPr>
          <a:xfrm>
            <a:off x="509320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4" name="s07-moe-checkpoint-2:2:103:rect"/>
          <p:cNvSpPr/>
          <p:nvPr/>
        </p:nvSpPr>
        <p:spPr>
          <a:xfrm>
            <a:off x="518007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5" name="s07-moe-checkpoint-2:2:104:rect"/>
          <p:cNvSpPr/>
          <p:nvPr/>
        </p:nvSpPr>
        <p:spPr>
          <a:xfrm>
            <a:off x="526694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6" name="s07-moe-checkpoint-2:2:105:rect"/>
          <p:cNvSpPr/>
          <p:nvPr/>
        </p:nvSpPr>
        <p:spPr>
          <a:xfrm>
            <a:off x="535381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7" name="s07-moe-checkpoint-2:2:106:rect"/>
          <p:cNvSpPr/>
          <p:nvPr/>
        </p:nvSpPr>
        <p:spPr>
          <a:xfrm>
            <a:off x="544068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8" name="s07-moe-checkpoint-2:2:107:rect"/>
          <p:cNvSpPr/>
          <p:nvPr/>
        </p:nvSpPr>
        <p:spPr>
          <a:xfrm>
            <a:off x="552754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9" name="s07-moe-checkpoint-2:2:108:rect"/>
          <p:cNvSpPr/>
          <p:nvPr/>
        </p:nvSpPr>
        <p:spPr>
          <a:xfrm>
            <a:off x="561441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0" name="s07-moe-checkpoint-2:2:109:rect"/>
          <p:cNvSpPr/>
          <p:nvPr/>
        </p:nvSpPr>
        <p:spPr>
          <a:xfrm>
            <a:off x="570128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1" name="s07-moe-checkpoint-2:2:110:rect"/>
          <p:cNvSpPr/>
          <p:nvPr/>
        </p:nvSpPr>
        <p:spPr>
          <a:xfrm>
            <a:off x="578815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2" name="s07-moe-checkpoint-2:2:111:rect"/>
          <p:cNvSpPr/>
          <p:nvPr/>
        </p:nvSpPr>
        <p:spPr>
          <a:xfrm>
            <a:off x="587502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3" name="s07-moe-checkpoint-2:2:1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4" name="s07-moe-checkpoint-2:2:113:rect"/>
          <p:cNvSpPr/>
          <p:nvPr/>
        </p:nvSpPr>
        <p:spPr>
          <a:xfrm>
            <a:off x="604875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5" name="s07-moe-checkpoint-2:2:114:rect"/>
          <p:cNvSpPr/>
          <p:nvPr/>
        </p:nvSpPr>
        <p:spPr>
          <a:xfrm>
            <a:off x="613562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6" name="s07-moe-checkpoint-2:2:115:rect"/>
          <p:cNvSpPr/>
          <p:nvPr/>
        </p:nvSpPr>
        <p:spPr>
          <a:xfrm>
            <a:off x="622249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7" name="s07-moe-checkpoint-2:2:116:rect"/>
          <p:cNvSpPr/>
          <p:nvPr/>
        </p:nvSpPr>
        <p:spPr>
          <a:xfrm>
            <a:off x="630936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8" name="s07-moe-checkpoint-2:2:117:rect"/>
          <p:cNvSpPr/>
          <p:nvPr/>
        </p:nvSpPr>
        <p:spPr>
          <a:xfrm>
            <a:off x="639622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9" name="s07-moe-checkpoint-2:2:118:rect"/>
          <p:cNvSpPr/>
          <p:nvPr/>
        </p:nvSpPr>
        <p:spPr>
          <a:xfrm>
            <a:off x="648309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0" name="s07-moe-checkpoint-2:2:119:rect"/>
          <p:cNvSpPr/>
          <p:nvPr/>
        </p:nvSpPr>
        <p:spPr>
          <a:xfrm>
            <a:off x="656996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1" name="s07-moe-checkpoint-2:2:120:rect"/>
          <p:cNvSpPr/>
          <p:nvPr/>
        </p:nvSpPr>
        <p:spPr>
          <a:xfrm>
            <a:off x="457200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2" name="s07-moe-checkpoint-2:2:121:rect"/>
          <p:cNvSpPr/>
          <p:nvPr/>
        </p:nvSpPr>
        <p:spPr>
          <a:xfrm>
            <a:off x="465886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3" name="s07-moe-checkpoint-2:2:122:rect"/>
          <p:cNvSpPr/>
          <p:nvPr/>
        </p:nvSpPr>
        <p:spPr>
          <a:xfrm>
            <a:off x="474573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4" name="s07-moe-checkpoint-2:2:123:rect"/>
          <p:cNvSpPr/>
          <p:nvPr/>
        </p:nvSpPr>
        <p:spPr>
          <a:xfrm>
            <a:off x="483260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5" name="s07-moe-checkpoint-2:2:124:rect"/>
          <p:cNvSpPr/>
          <p:nvPr/>
        </p:nvSpPr>
        <p:spPr>
          <a:xfrm>
            <a:off x="491947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6" name="s07-moe-checkpoint-2:2:125:rect"/>
          <p:cNvSpPr/>
          <p:nvPr/>
        </p:nvSpPr>
        <p:spPr>
          <a:xfrm>
            <a:off x="500634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7" name="s07-moe-checkpoint-2:2:126:rect"/>
          <p:cNvSpPr/>
          <p:nvPr/>
        </p:nvSpPr>
        <p:spPr>
          <a:xfrm>
            <a:off x="509320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8" name="s07-moe-checkpoint-2:2:127:rect"/>
          <p:cNvSpPr/>
          <p:nvPr/>
        </p:nvSpPr>
        <p:spPr>
          <a:xfrm>
            <a:off x="518007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9" name="s07-moe-checkpoint-2:2:128:rect"/>
          <p:cNvSpPr/>
          <p:nvPr/>
        </p:nvSpPr>
        <p:spPr>
          <a:xfrm>
            <a:off x="526694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0" name="s07-moe-checkpoint-2:2:129:rect"/>
          <p:cNvSpPr/>
          <p:nvPr/>
        </p:nvSpPr>
        <p:spPr>
          <a:xfrm>
            <a:off x="535381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1" name="s07-moe-checkpoint-2:2:130:rect"/>
          <p:cNvSpPr/>
          <p:nvPr/>
        </p:nvSpPr>
        <p:spPr>
          <a:xfrm>
            <a:off x="544068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2" name="s07-moe-checkpoint-2:2:131:rect"/>
          <p:cNvSpPr/>
          <p:nvPr/>
        </p:nvSpPr>
        <p:spPr>
          <a:xfrm>
            <a:off x="552754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3" name="s07-moe-checkpoint-2:2:132:rect"/>
          <p:cNvSpPr/>
          <p:nvPr/>
        </p:nvSpPr>
        <p:spPr>
          <a:xfrm>
            <a:off x="561441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4" name="s07-moe-checkpoint-2:2:133:rect"/>
          <p:cNvSpPr/>
          <p:nvPr/>
        </p:nvSpPr>
        <p:spPr>
          <a:xfrm>
            <a:off x="570128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5" name="s07-moe-checkpoint-2:2:134:rect"/>
          <p:cNvSpPr/>
          <p:nvPr/>
        </p:nvSpPr>
        <p:spPr>
          <a:xfrm>
            <a:off x="578815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6" name="s07-moe-checkpoint-2:2:135:rect"/>
          <p:cNvSpPr/>
          <p:nvPr/>
        </p:nvSpPr>
        <p:spPr>
          <a:xfrm>
            <a:off x="587502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7" name="s07-moe-checkpoint-2:2:136:rect"/>
          <p:cNvSpPr/>
          <p:nvPr/>
        </p:nvSpPr>
        <p:spPr>
          <a:xfrm>
            <a:off x="596188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8" name="s07-moe-checkpoint-2:2:137:rect"/>
          <p:cNvSpPr/>
          <p:nvPr/>
        </p:nvSpPr>
        <p:spPr>
          <a:xfrm>
            <a:off x="604875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9" name="s07-moe-checkpoint-2:2:138:rect"/>
          <p:cNvSpPr/>
          <p:nvPr/>
        </p:nvSpPr>
        <p:spPr>
          <a:xfrm>
            <a:off x="613562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0" name="s07-moe-checkpoint-2:2:139:rect"/>
          <p:cNvSpPr/>
          <p:nvPr/>
        </p:nvSpPr>
        <p:spPr>
          <a:xfrm>
            <a:off x="622249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1" name="s07-moe-checkpoint-2:2:140:rect"/>
          <p:cNvSpPr/>
          <p:nvPr/>
        </p:nvSpPr>
        <p:spPr>
          <a:xfrm>
            <a:off x="630936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2" name="s07-moe-checkpoint-2:2:141:rect"/>
          <p:cNvSpPr/>
          <p:nvPr/>
        </p:nvSpPr>
        <p:spPr>
          <a:xfrm>
            <a:off x="639622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3" name="s07-moe-checkpoint-2:2:142:rect"/>
          <p:cNvSpPr/>
          <p:nvPr/>
        </p:nvSpPr>
        <p:spPr>
          <a:xfrm>
            <a:off x="648309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4" name="s07-moe-checkpoint-2:2:143:rect"/>
          <p:cNvSpPr/>
          <p:nvPr/>
        </p:nvSpPr>
        <p:spPr>
          <a:xfrm>
            <a:off x="656996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5" name="s07-moe-checkpoint-2:2:144:rect"/>
          <p:cNvSpPr/>
          <p:nvPr/>
        </p:nvSpPr>
        <p:spPr>
          <a:xfrm>
            <a:off x="457200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6" name="s07-moe-checkpoint-2:2:145:rect"/>
          <p:cNvSpPr/>
          <p:nvPr/>
        </p:nvSpPr>
        <p:spPr>
          <a:xfrm>
            <a:off x="465886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7" name="s07-moe-checkpoint-2:2:146:rect"/>
          <p:cNvSpPr/>
          <p:nvPr/>
        </p:nvSpPr>
        <p:spPr>
          <a:xfrm>
            <a:off x="474573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8" name="s07-moe-checkpoint-2:2:147:rect"/>
          <p:cNvSpPr/>
          <p:nvPr/>
        </p:nvSpPr>
        <p:spPr>
          <a:xfrm>
            <a:off x="483260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9" name="s07-moe-checkpoint-2:2:148:rect"/>
          <p:cNvSpPr/>
          <p:nvPr/>
        </p:nvSpPr>
        <p:spPr>
          <a:xfrm>
            <a:off x="491947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0" name="s07-moe-checkpoint-2:2:149:rect"/>
          <p:cNvSpPr/>
          <p:nvPr/>
        </p:nvSpPr>
        <p:spPr>
          <a:xfrm>
            <a:off x="500634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1" name="s07-moe-checkpoint-2:2:150:rect"/>
          <p:cNvSpPr/>
          <p:nvPr/>
        </p:nvSpPr>
        <p:spPr>
          <a:xfrm>
            <a:off x="509320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2" name="s07-moe-checkpoint-2:2:151:rect"/>
          <p:cNvSpPr/>
          <p:nvPr/>
        </p:nvSpPr>
        <p:spPr>
          <a:xfrm>
            <a:off x="518007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3" name="s07-moe-checkpoint-2:2:152:rect"/>
          <p:cNvSpPr/>
          <p:nvPr/>
        </p:nvSpPr>
        <p:spPr>
          <a:xfrm>
            <a:off x="526694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4" name="s07-moe-checkpoint-2:2:153:rect"/>
          <p:cNvSpPr/>
          <p:nvPr/>
        </p:nvSpPr>
        <p:spPr>
          <a:xfrm>
            <a:off x="535381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5" name="s07-moe-checkpoint-2:2:154:rect"/>
          <p:cNvSpPr/>
          <p:nvPr/>
        </p:nvSpPr>
        <p:spPr>
          <a:xfrm>
            <a:off x="544068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6" name="s07-moe-checkpoint-2:2:155:rect"/>
          <p:cNvSpPr/>
          <p:nvPr/>
        </p:nvSpPr>
        <p:spPr>
          <a:xfrm>
            <a:off x="552754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7" name="s07-moe-checkpoint-2:2:156:rect"/>
          <p:cNvSpPr/>
          <p:nvPr/>
        </p:nvSpPr>
        <p:spPr>
          <a:xfrm>
            <a:off x="561441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8" name="s07-moe-checkpoint-2:2:157:rect"/>
          <p:cNvSpPr/>
          <p:nvPr/>
        </p:nvSpPr>
        <p:spPr>
          <a:xfrm>
            <a:off x="570128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9" name="s07-moe-checkpoint-2:2:158:rect"/>
          <p:cNvSpPr/>
          <p:nvPr/>
        </p:nvSpPr>
        <p:spPr>
          <a:xfrm>
            <a:off x="578815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0" name="s07-moe-checkpoint-2:2:159:rect"/>
          <p:cNvSpPr/>
          <p:nvPr/>
        </p:nvSpPr>
        <p:spPr>
          <a:xfrm>
            <a:off x="587502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1" name="s07-moe-checkpoint-2:2:160:rect"/>
          <p:cNvSpPr/>
          <p:nvPr/>
        </p:nvSpPr>
        <p:spPr>
          <a:xfrm>
            <a:off x="596188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2" name="s07-moe-checkpoint-2:2:161:rect"/>
          <p:cNvSpPr/>
          <p:nvPr/>
        </p:nvSpPr>
        <p:spPr>
          <a:xfrm>
            <a:off x="604875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3" name="s07-moe-checkpoint-2:2:162:rect"/>
          <p:cNvSpPr/>
          <p:nvPr/>
        </p:nvSpPr>
        <p:spPr>
          <a:xfrm>
            <a:off x="613562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4" name="s07-moe-checkpoint-2:2:163:rect"/>
          <p:cNvSpPr/>
          <p:nvPr/>
        </p:nvSpPr>
        <p:spPr>
          <a:xfrm>
            <a:off x="622249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5" name="s07-moe-checkpoint-2:2:164:rect"/>
          <p:cNvSpPr/>
          <p:nvPr/>
        </p:nvSpPr>
        <p:spPr>
          <a:xfrm>
            <a:off x="630936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6" name="s07-moe-checkpoint-2:2:165:rect"/>
          <p:cNvSpPr/>
          <p:nvPr/>
        </p:nvSpPr>
        <p:spPr>
          <a:xfrm>
            <a:off x="639622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7" name="s07-moe-checkpoint-2:2:166:rect"/>
          <p:cNvSpPr/>
          <p:nvPr/>
        </p:nvSpPr>
        <p:spPr>
          <a:xfrm>
            <a:off x="648309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8" name="s07-moe-checkpoint-2:2:167:rect"/>
          <p:cNvSpPr/>
          <p:nvPr/>
        </p:nvSpPr>
        <p:spPr>
          <a:xfrm>
            <a:off x="656996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9" name="s07-moe-checkpoint-2:2:168:rect"/>
          <p:cNvSpPr/>
          <p:nvPr/>
        </p:nvSpPr>
        <p:spPr>
          <a:xfrm>
            <a:off x="457200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0" name="s07-moe-checkpoint-2:2:169:rect"/>
          <p:cNvSpPr/>
          <p:nvPr/>
        </p:nvSpPr>
        <p:spPr>
          <a:xfrm>
            <a:off x="465886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1" name="s07-moe-checkpoint-2:2:170:rect"/>
          <p:cNvSpPr/>
          <p:nvPr/>
        </p:nvSpPr>
        <p:spPr>
          <a:xfrm>
            <a:off x="474573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2" name="s07-moe-checkpoint-2:2:171:rect"/>
          <p:cNvSpPr/>
          <p:nvPr/>
        </p:nvSpPr>
        <p:spPr>
          <a:xfrm>
            <a:off x="483260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3" name="s07-moe-checkpoint-2:2:172:rect"/>
          <p:cNvSpPr/>
          <p:nvPr/>
        </p:nvSpPr>
        <p:spPr>
          <a:xfrm>
            <a:off x="491947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4" name="s07-moe-checkpoint-2:2:173:rect"/>
          <p:cNvSpPr/>
          <p:nvPr/>
        </p:nvSpPr>
        <p:spPr>
          <a:xfrm>
            <a:off x="500634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5" name="s07-moe-checkpoint-2:2:174:rect"/>
          <p:cNvSpPr/>
          <p:nvPr/>
        </p:nvSpPr>
        <p:spPr>
          <a:xfrm>
            <a:off x="509320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6" name="s07-moe-checkpoint-2:2:175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7" name="s07-moe-checkpoint-2:2:176:rect"/>
          <p:cNvSpPr/>
          <p:nvPr/>
        </p:nvSpPr>
        <p:spPr>
          <a:xfrm>
            <a:off x="526694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8" name="s07-moe-checkpoint-2:2:177:rect"/>
          <p:cNvSpPr/>
          <p:nvPr/>
        </p:nvSpPr>
        <p:spPr>
          <a:xfrm>
            <a:off x="535381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9" name="s07-moe-checkpoint-2:2:178:rect"/>
          <p:cNvSpPr/>
          <p:nvPr/>
        </p:nvSpPr>
        <p:spPr>
          <a:xfrm>
            <a:off x="544068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0" name="s07-moe-checkpoint-2:2:179:rect"/>
          <p:cNvSpPr/>
          <p:nvPr/>
        </p:nvSpPr>
        <p:spPr>
          <a:xfrm>
            <a:off x="552754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1" name="s07-moe-checkpoint-2:2:180:rect"/>
          <p:cNvSpPr/>
          <p:nvPr/>
        </p:nvSpPr>
        <p:spPr>
          <a:xfrm>
            <a:off x="561441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2" name="s07-moe-checkpoint-2:2:181:rect"/>
          <p:cNvSpPr/>
          <p:nvPr/>
        </p:nvSpPr>
        <p:spPr>
          <a:xfrm>
            <a:off x="570128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3" name="s07-moe-checkpoint-2:2:182:rect"/>
          <p:cNvSpPr/>
          <p:nvPr/>
        </p:nvSpPr>
        <p:spPr>
          <a:xfrm>
            <a:off x="578815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4" name="s07-moe-checkpoint-2:2:183:rect"/>
          <p:cNvSpPr/>
          <p:nvPr/>
        </p:nvSpPr>
        <p:spPr>
          <a:xfrm>
            <a:off x="587502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5" name="s07-moe-checkpoint-2:2:184:rect"/>
          <p:cNvSpPr/>
          <p:nvPr/>
        </p:nvSpPr>
        <p:spPr>
          <a:xfrm>
            <a:off x="596188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6" name="s07-moe-checkpoint-2:2:185:rect"/>
          <p:cNvSpPr/>
          <p:nvPr/>
        </p:nvSpPr>
        <p:spPr>
          <a:xfrm>
            <a:off x="604875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7" name="s07-moe-checkpoint-2:2:186:rect"/>
          <p:cNvSpPr/>
          <p:nvPr/>
        </p:nvSpPr>
        <p:spPr>
          <a:xfrm>
            <a:off x="613562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8" name="s07-moe-checkpoint-2:2:187:rect"/>
          <p:cNvSpPr/>
          <p:nvPr/>
        </p:nvSpPr>
        <p:spPr>
          <a:xfrm>
            <a:off x="622249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9" name="s07-moe-checkpoint-2:2:188:rect"/>
          <p:cNvSpPr/>
          <p:nvPr/>
        </p:nvSpPr>
        <p:spPr>
          <a:xfrm>
            <a:off x="630936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0" name="s07-moe-checkpoint-2:2:189:rect"/>
          <p:cNvSpPr/>
          <p:nvPr/>
        </p:nvSpPr>
        <p:spPr>
          <a:xfrm>
            <a:off x="639622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1" name="s07-moe-checkpoint-2:2:190:rect"/>
          <p:cNvSpPr/>
          <p:nvPr/>
        </p:nvSpPr>
        <p:spPr>
          <a:xfrm>
            <a:off x="648309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2" name="s07-moe-checkpoint-2:2:191:rect"/>
          <p:cNvSpPr/>
          <p:nvPr/>
        </p:nvSpPr>
        <p:spPr>
          <a:xfrm>
            <a:off x="656996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3" name="s07-moe-checkpoint-2:2:192:rect"/>
          <p:cNvSpPr/>
          <p:nvPr/>
        </p:nvSpPr>
        <p:spPr>
          <a:xfrm>
            <a:off x="457200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4" name="s07-moe-checkpoint-2:2:193:rect"/>
          <p:cNvSpPr/>
          <p:nvPr/>
        </p:nvSpPr>
        <p:spPr>
          <a:xfrm>
            <a:off x="465886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5" name="s07-moe-checkpoint-2:2:194:rect"/>
          <p:cNvSpPr/>
          <p:nvPr/>
        </p:nvSpPr>
        <p:spPr>
          <a:xfrm>
            <a:off x="474573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6" name="s07-moe-checkpoint-2:2:195:rect"/>
          <p:cNvSpPr/>
          <p:nvPr/>
        </p:nvSpPr>
        <p:spPr>
          <a:xfrm>
            <a:off x="483260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7" name="s07-moe-checkpoint-2:2:196:rect"/>
          <p:cNvSpPr/>
          <p:nvPr/>
        </p:nvSpPr>
        <p:spPr>
          <a:xfrm>
            <a:off x="491947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8" name="s07-moe-checkpoint-2:2:197:rect"/>
          <p:cNvSpPr/>
          <p:nvPr/>
        </p:nvSpPr>
        <p:spPr>
          <a:xfrm>
            <a:off x="500634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9" name="s07-moe-checkpoint-2:2:198:rect"/>
          <p:cNvSpPr/>
          <p:nvPr/>
        </p:nvSpPr>
        <p:spPr>
          <a:xfrm>
            <a:off x="509320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0" name="s07-moe-checkpoint-2:2:199:rect"/>
          <p:cNvSpPr/>
          <p:nvPr/>
        </p:nvSpPr>
        <p:spPr>
          <a:xfrm>
            <a:off x="518007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1" name="s07-moe-checkpoint-2:2:200:rect"/>
          <p:cNvSpPr/>
          <p:nvPr/>
        </p:nvSpPr>
        <p:spPr>
          <a:xfrm>
            <a:off x="526694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2" name="s07-moe-checkpoint-2:2:201:rect"/>
          <p:cNvSpPr/>
          <p:nvPr/>
        </p:nvSpPr>
        <p:spPr>
          <a:xfrm>
            <a:off x="535381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3" name="s07-moe-checkpoint-2:2:202:rect"/>
          <p:cNvSpPr/>
          <p:nvPr/>
        </p:nvSpPr>
        <p:spPr>
          <a:xfrm>
            <a:off x="544068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4" name="s07-moe-checkpoint-2:2:203:rect"/>
          <p:cNvSpPr/>
          <p:nvPr/>
        </p:nvSpPr>
        <p:spPr>
          <a:xfrm>
            <a:off x="552754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5" name="s07-moe-checkpoint-2:2:204:rect"/>
          <p:cNvSpPr/>
          <p:nvPr/>
        </p:nvSpPr>
        <p:spPr>
          <a:xfrm>
            <a:off x="561441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6" name="s07-moe-checkpoint-2:2:205:rect"/>
          <p:cNvSpPr/>
          <p:nvPr/>
        </p:nvSpPr>
        <p:spPr>
          <a:xfrm>
            <a:off x="570128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7" name="s07-moe-checkpoint-2:2:206:rect"/>
          <p:cNvSpPr/>
          <p:nvPr/>
        </p:nvSpPr>
        <p:spPr>
          <a:xfrm>
            <a:off x="578815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8" name="s07-moe-checkpoint-2:2:207:rect"/>
          <p:cNvSpPr/>
          <p:nvPr/>
        </p:nvSpPr>
        <p:spPr>
          <a:xfrm>
            <a:off x="587502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9" name="s07-moe-checkpoint-2:2:208:rect"/>
          <p:cNvSpPr/>
          <p:nvPr/>
        </p:nvSpPr>
        <p:spPr>
          <a:xfrm>
            <a:off x="596188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0" name="s07-moe-checkpoint-2:2:209:rect"/>
          <p:cNvSpPr/>
          <p:nvPr/>
        </p:nvSpPr>
        <p:spPr>
          <a:xfrm>
            <a:off x="604875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1" name="s07-moe-checkpoint-2:2:210:rect"/>
          <p:cNvSpPr/>
          <p:nvPr/>
        </p:nvSpPr>
        <p:spPr>
          <a:xfrm>
            <a:off x="613562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2" name="s07-moe-checkpoint-2:2:211:rect"/>
          <p:cNvSpPr/>
          <p:nvPr/>
        </p:nvSpPr>
        <p:spPr>
          <a:xfrm>
            <a:off x="622249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3" name="s07-moe-checkpoint-2:2:212:rect"/>
          <p:cNvSpPr/>
          <p:nvPr/>
        </p:nvSpPr>
        <p:spPr>
          <a:xfrm>
            <a:off x="630936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4" name="s07-moe-checkpoint-2:2:213:rect"/>
          <p:cNvSpPr/>
          <p:nvPr/>
        </p:nvSpPr>
        <p:spPr>
          <a:xfrm>
            <a:off x="639622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5" name="s07-moe-checkpoint-2:2:214:rect"/>
          <p:cNvSpPr/>
          <p:nvPr/>
        </p:nvSpPr>
        <p:spPr>
          <a:xfrm>
            <a:off x="648309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6" name="s07-moe-checkpoint-2:2:215:rect"/>
          <p:cNvSpPr/>
          <p:nvPr/>
        </p:nvSpPr>
        <p:spPr>
          <a:xfrm>
            <a:off x="656996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7" name="s07-moe-checkpoint-2:2:216:rect"/>
          <p:cNvSpPr/>
          <p:nvPr/>
        </p:nvSpPr>
        <p:spPr>
          <a:xfrm>
            <a:off x="457200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8" name="s07-moe-checkpoint-2:2:217:rect"/>
          <p:cNvSpPr/>
          <p:nvPr/>
        </p:nvSpPr>
        <p:spPr>
          <a:xfrm>
            <a:off x="465886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9" name="s07-moe-checkpoint-2:2:218:rect"/>
          <p:cNvSpPr/>
          <p:nvPr/>
        </p:nvSpPr>
        <p:spPr>
          <a:xfrm>
            <a:off x="474573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0" name="s07-moe-checkpoint-2:2:219:rect"/>
          <p:cNvSpPr/>
          <p:nvPr/>
        </p:nvSpPr>
        <p:spPr>
          <a:xfrm>
            <a:off x="483260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1" name="s07-moe-checkpoint-2:2:220:rect"/>
          <p:cNvSpPr/>
          <p:nvPr/>
        </p:nvSpPr>
        <p:spPr>
          <a:xfrm>
            <a:off x="491947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2" name="s07-moe-checkpoint-2:2:221:rect"/>
          <p:cNvSpPr/>
          <p:nvPr/>
        </p:nvSpPr>
        <p:spPr>
          <a:xfrm>
            <a:off x="500634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3" name="s07-moe-checkpoint-2:2:222:rect"/>
          <p:cNvSpPr/>
          <p:nvPr/>
        </p:nvSpPr>
        <p:spPr>
          <a:xfrm>
            <a:off x="509320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4" name="s07-moe-checkpoint-2:2:223:rect"/>
          <p:cNvSpPr/>
          <p:nvPr/>
        </p:nvSpPr>
        <p:spPr>
          <a:xfrm>
            <a:off x="518007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5" name="s07-moe-checkpoint-2:2:224:rect"/>
          <p:cNvSpPr/>
          <p:nvPr/>
        </p:nvSpPr>
        <p:spPr>
          <a:xfrm>
            <a:off x="526694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6" name="s07-moe-checkpoint-2:2:225:rect"/>
          <p:cNvSpPr/>
          <p:nvPr/>
        </p:nvSpPr>
        <p:spPr>
          <a:xfrm>
            <a:off x="535381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7" name="s07-moe-checkpoint-2:2:226:rect"/>
          <p:cNvSpPr/>
          <p:nvPr/>
        </p:nvSpPr>
        <p:spPr>
          <a:xfrm>
            <a:off x="544068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8" name="s07-moe-checkpoint-2:2:227:rect"/>
          <p:cNvSpPr/>
          <p:nvPr/>
        </p:nvSpPr>
        <p:spPr>
          <a:xfrm>
            <a:off x="552754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9" name="s07-moe-checkpoint-2:2:228:rect"/>
          <p:cNvSpPr/>
          <p:nvPr/>
        </p:nvSpPr>
        <p:spPr>
          <a:xfrm>
            <a:off x="561441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0" name="s07-moe-checkpoint-2:2:229:rect"/>
          <p:cNvSpPr/>
          <p:nvPr/>
        </p:nvSpPr>
        <p:spPr>
          <a:xfrm>
            <a:off x="570128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1" name="s07-moe-checkpoint-2:2:230:rect"/>
          <p:cNvSpPr/>
          <p:nvPr/>
        </p:nvSpPr>
        <p:spPr>
          <a:xfrm>
            <a:off x="578815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2" name="s07-moe-checkpoint-2:2:231:rect"/>
          <p:cNvSpPr/>
          <p:nvPr/>
        </p:nvSpPr>
        <p:spPr>
          <a:xfrm>
            <a:off x="587502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3" name="s07-moe-checkpoint-2:2:232:rect"/>
          <p:cNvSpPr/>
          <p:nvPr/>
        </p:nvSpPr>
        <p:spPr>
          <a:xfrm>
            <a:off x="596188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4" name="s07-moe-checkpoint-2:2:233:rect"/>
          <p:cNvSpPr/>
          <p:nvPr/>
        </p:nvSpPr>
        <p:spPr>
          <a:xfrm>
            <a:off x="604875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5" name="s07-moe-checkpoint-2:2:234:rect"/>
          <p:cNvSpPr/>
          <p:nvPr/>
        </p:nvSpPr>
        <p:spPr>
          <a:xfrm>
            <a:off x="613562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6" name="s07-moe-checkpoint-2:2:235:rect"/>
          <p:cNvSpPr/>
          <p:nvPr/>
        </p:nvSpPr>
        <p:spPr>
          <a:xfrm>
            <a:off x="622249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7" name="s07-moe-checkpoint-2:2:236:rect"/>
          <p:cNvSpPr/>
          <p:nvPr/>
        </p:nvSpPr>
        <p:spPr>
          <a:xfrm>
            <a:off x="630936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8" name="s07-moe-checkpoint-2:2:237:rect"/>
          <p:cNvSpPr/>
          <p:nvPr/>
        </p:nvSpPr>
        <p:spPr>
          <a:xfrm>
            <a:off x="639622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9" name="s07-moe-checkpoint-2:2:238:rect"/>
          <p:cNvSpPr/>
          <p:nvPr/>
        </p:nvSpPr>
        <p:spPr>
          <a:xfrm>
            <a:off x="648309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0" name="s07-moe-checkpoint-2:2:239:rect"/>
          <p:cNvSpPr/>
          <p:nvPr/>
        </p:nvSpPr>
        <p:spPr>
          <a:xfrm>
            <a:off x="656996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1" name="s07-moe-checkpoint-2:2:240:rect"/>
          <p:cNvSpPr/>
          <p:nvPr/>
        </p:nvSpPr>
        <p:spPr>
          <a:xfrm>
            <a:off x="457200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2" name="s07-moe-checkpoint-2:2:241:rect"/>
          <p:cNvSpPr/>
          <p:nvPr/>
        </p:nvSpPr>
        <p:spPr>
          <a:xfrm>
            <a:off x="465886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3" name="s07-moe-checkpoint-2:2:242:rect"/>
          <p:cNvSpPr/>
          <p:nvPr/>
        </p:nvSpPr>
        <p:spPr>
          <a:xfrm>
            <a:off x="474573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4" name="s07-moe-checkpoint-2:2:243:rect"/>
          <p:cNvSpPr/>
          <p:nvPr/>
        </p:nvSpPr>
        <p:spPr>
          <a:xfrm>
            <a:off x="483260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5" name="s07-moe-checkpoint-2:2:244:rect"/>
          <p:cNvSpPr/>
          <p:nvPr/>
        </p:nvSpPr>
        <p:spPr>
          <a:xfrm>
            <a:off x="491947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6" name="s07-moe-checkpoint-2:2:245:rect"/>
          <p:cNvSpPr/>
          <p:nvPr/>
        </p:nvSpPr>
        <p:spPr>
          <a:xfrm>
            <a:off x="500634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7" name="s07-moe-checkpoint-2:2:246:rect"/>
          <p:cNvSpPr/>
          <p:nvPr/>
        </p:nvSpPr>
        <p:spPr>
          <a:xfrm>
            <a:off x="509320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8" name="s07-moe-checkpoint-2:2:247:rect"/>
          <p:cNvSpPr/>
          <p:nvPr/>
        </p:nvSpPr>
        <p:spPr>
          <a:xfrm>
            <a:off x="518007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9" name="s07-moe-checkpoint-2:2:248:rect"/>
          <p:cNvSpPr/>
          <p:nvPr/>
        </p:nvSpPr>
        <p:spPr>
          <a:xfrm>
            <a:off x="526694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0" name="s07-moe-checkpoint-2:2:249:rect"/>
          <p:cNvSpPr/>
          <p:nvPr/>
        </p:nvSpPr>
        <p:spPr>
          <a:xfrm>
            <a:off x="535381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1" name="s07-moe-checkpoint-2:2:250:rect"/>
          <p:cNvSpPr/>
          <p:nvPr/>
        </p:nvSpPr>
        <p:spPr>
          <a:xfrm>
            <a:off x="544068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2" name="s07-moe-checkpoint-2:2:251:rect"/>
          <p:cNvSpPr/>
          <p:nvPr/>
        </p:nvSpPr>
        <p:spPr>
          <a:xfrm>
            <a:off x="552754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3" name="s07-moe-checkpoint-2:2:252:rect"/>
          <p:cNvSpPr/>
          <p:nvPr/>
        </p:nvSpPr>
        <p:spPr>
          <a:xfrm>
            <a:off x="561441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4" name="s07-moe-checkpoint-2:2:253:rect"/>
          <p:cNvSpPr/>
          <p:nvPr/>
        </p:nvSpPr>
        <p:spPr>
          <a:xfrm>
            <a:off x="570128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5" name="s07-moe-checkpoint-2:2:254:rect"/>
          <p:cNvSpPr/>
          <p:nvPr/>
        </p:nvSpPr>
        <p:spPr>
          <a:xfrm>
            <a:off x="578815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6" name="s07-moe-checkpoint-2:2:255:rect"/>
          <p:cNvSpPr/>
          <p:nvPr/>
        </p:nvSpPr>
        <p:spPr>
          <a:xfrm>
            <a:off x="587502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7" name="s07-moe-checkpoint-2:2:256:rect"/>
          <p:cNvSpPr/>
          <p:nvPr/>
        </p:nvSpPr>
        <p:spPr>
          <a:xfrm>
            <a:off x="596188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8" name="s07-moe-checkpoint-2:2:257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9" name="s07-moe-checkpoint-2:2:258:rect"/>
          <p:cNvSpPr/>
          <p:nvPr/>
        </p:nvSpPr>
        <p:spPr>
          <a:xfrm>
            <a:off x="613562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0" name="s07-moe-checkpoint-2:2:259:rect"/>
          <p:cNvSpPr/>
          <p:nvPr/>
        </p:nvSpPr>
        <p:spPr>
          <a:xfrm>
            <a:off x="622249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1" name="s07-moe-checkpoint-2:2:260:rect"/>
          <p:cNvSpPr/>
          <p:nvPr/>
        </p:nvSpPr>
        <p:spPr>
          <a:xfrm>
            <a:off x="630936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2" name="s07-moe-checkpoint-2:2:261:rect"/>
          <p:cNvSpPr/>
          <p:nvPr/>
        </p:nvSpPr>
        <p:spPr>
          <a:xfrm>
            <a:off x="639622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3" name="s07-moe-checkpoint-2:2:262:rect"/>
          <p:cNvSpPr/>
          <p:nvPr/>
        </p:nvSpPr>
        <p:spPr>
          <a:xfrm>
            <a:off x="648309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4" name="s07-moe-checkpoint-2:2:263:rect"/>
          <p:cNvSpPr/>
          <p:nvPr/>
        </p:nvSpPr>
        <p:spPr>
          <a:xfrm>
            <a:off x="656996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5" name="s07-moe-checkpoint-2:2:264:rect"/>
          <p:cNvSpPr/>
          <p:nvPr/>
        </p:nvSpPr>
        <p:spPr>
          <a:xfrm>
            <a:off x="457200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6" name="s07-moe-checkpoint-2:2:265:rect"/>
          <p:cNvSpPr/>
          <p:nvPr/>
        </p:nvSpPr>
        <p:spPr>
          <a:xfrm>
            <a:off x="465886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7" name="s07-moe-checkpoint-2:2:266:rect"/>
          <p:cNvSpPr/>
          <p:nvPr/>
        </p:nvSpPr>
        <p:spPr>
          <a:xfrm>
            <a:off x="474573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8" name="s07-moe-checkpoint-2:2:267:rect"/>
          <p:cNvSpPr/>
          <p:nvPr/>
        </p:nvSpPr>
        <p:spPr>
          <a:xfrm>
            <a:off x="483260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9" name="s07-moe-checkpoint-2:2:268:rect"/>
          <p:cNvSpPr/>
          <p:nvPr/>
        </p:nvSpPr>
        <p:spPr>
          <a:xfrm>
            <a:off x="491947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0" name="s07-moe-checkpoint-2:2:269:rect"/>
          <p:cNvSpPr/>
          <p:nvPr/>
        </p:nvSpPr>
        <p:spPr>
          <a:xfrm>
            <a:off x="500634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1" name="s07-moe-checkpoint-2:2:270:rect"/>
          <p:cNvSpPr/>
          <p:nvPr/>
        </p:nvSpPr>
        <p:spPr>
          <a:xfrm>
            <a:off x="509320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2" name="s07-moe-checkpoint-2:2:271:rect"/>
          <p:cNvSpPr/>
          <p:nvPr/>
        </p:nvSpPr>
        <p:spPr>
          <a:xfrm>
            <a:off x="518007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3" name="s07-moe-checkpoint-2:2:272:rect"/>
          <p:cNvSpPr/>
          <p:nvPr/>
        </p:nvSpPr>
        <p:spPr>
          <a:xfrm>
            <a:off x="526694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4" name="s07-moe-checkpoint-2:2:273:rect"/>
          <p:cNvSpPr/>
          <p:nvPr/>
        </p:nvSpPr>
        <p:spPr>
          <a:xfrm>
            <a:off x="535381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5" name="s07-moe-checkpoint-2:2:274:rect"/>
          <p:cNvSpPr/>
          <p:nvPr/>
        </p:nvSpPr>
        <p:spPr>
          <a:xfrm>
            <a:off x="544068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6" name="s07-moe-checkpoint-2:2:275:rect"/>
          <p:cNvSpPr/>
          <p:nvPr/>
        </p:nvSpPr>
        <p:spPr>
          <a:xfrm>
            <a:off x="552754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7" name="s07-moe-checkpoint-2:2:276:rect"/>
          <p:cNvSpPr/>
          <p:nvPr/>
        </p:nvSpPr>
        <p:spPr>
          <a:xfrm>
            <a:off x="561441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8" name="s07-moe-checkpoint-2:2:277:rect"/>
          <p:cNvSpPr/>
          <p:nvPr/>
        </p:nvSpPr>
        <p:spPr>
          <a:xfrm>
            <a:off x="570128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9" name="s07-moe-checkpoint-2:2:278:rect"/>
          <p:cNvSpPr/>
          <p:nvPr/>
        </p:nvSpPr>
        <p:spPr>
          <a:xfrm>
            <a:off x="578815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0" name="s07-moe-checkpoint-2:2:279:rect"/>
          <p:cNvSpPr/>
          <p:nvPr/>
        </p:nvSpPr>
        <p:spPr>
          <a:xfrm>
            <a:off x="587502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1" name="s07-moe-checkpoint-2:2:280:rect"/>
          <p:cNvSpPr/>
          <p:nvPr/>
        </p:nvSpPr>
        <p:spPr>
          <a:xfrm>
            <a:off x="596188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2" name="s07-moe-checkpoint-2:2:281:rect"/>
          <p:cNvSpPr/>
          <p:nvPr/>
        </p:nvSpPr>
        <p:spPr>
          <a:xfrm>
            <a:off x="604875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3" name="s07-moe-checkpoint-2:2:282:rect"/>
          <p:cNvSpPr/>
          <p:nvPr/>
        </p:nvSpPr>
        <p:spPr>
          <a:xfrm>
            <a:off x="613562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4" name="s07-moe-checkpoint-2:2:283:rect"/>
          <p:cNvSpPr/>
          <p:nvPr/>
        </p:nvSpPr>
        <p:spPr>
          <a:xfrm>
            <a:off x="622249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5" name="s07-moe-checkpoint-2:2:284:rect"/>
          <p:cNvSpPr/>
          <p:nvPr/>
        </p:nvSpPr>
        <p:spPr>
          <a:xfrm>
            <a:off x="630936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6" name="s07-moe-checkpoint-2:2:285:rect"/>
          <p:cNvSpPr/>
          <p:nvPr/>
        </p:nvSpPr>
        <p:spPr>
          <a:xfrm>
            <a:off x="639622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7" name="s07-moe-checkpoint-2:2:286:rect"/>
          <p:cNvSpPr/>
          <p:nvPr/>
        </p:nvSpPr>
        <p:spPr>
          <a:xfrm>
            <a:off x="648309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8" name="s07-moe-checkpoint-2:2:287:rect"/>
          <p:cNvSpPr/>
          <p:nvPr/>
        </p:nvSpPr>
        <p:spPr>
          <a:xfrm>
            <a:off x="656996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9" name="s07-moe-checkpoint-2:2:288:rect"/>
          <p:cNvSpPr/>
          <p:nvPr/>
        </p:nvSpPr>
        <p:spPr>
          <a:xfrm>
            <a:off x="457200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0" name="s07-moe-checkpoint-2:2:289:rect"/>
          <p:cNvSpPr/>
          <p:nvPr/>
        </p:nvSpPr>
        <p:spPr>
          <a:xfrm>
            <a:off x="465886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1" name="s07-moe-checkpoint-2:2:290:rect"/>
          <p:cNvSpPr/>
          <p:nvPr/>
        </p:nvSpPr>
        <p:spPr>
          <a:xfrm>
            <a:off x="474573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2" name="s07-moe-checkpoint-2:2:291:rect"/>
          <p:cNvSpPr/>
          <p:nvPr/>
        </p:nvSpPr>
        <p:spPr>
          <a:xfrm>
            <a:off x="483260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3" name="s07-moe-checkpoint-2:2:292:rect"/>
          <p:cNvSpPr/>
          <p:nvPr/>
        </p:nvSpPr>
        <p:spPr>
          <a:xfrm>
            <a:off x="491947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4" name="s07-moe-checkpoint-2:2:293:rect"/>
          <p:cNvSpPr/>
          <p:nvPr/>
        </p:nvSpPr>
        <p:spPr>
          <a:xfrm>
            <a:off x="500634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5" name="s07-moe-checkpoint-2:2:294:rect"/>
          <p:cNvSpPr/>
          <p:nvPr/>
        </p:nvSpPr>
        <p:spPr>
          <a:xfrm>
            <a:off x="509320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6" name="s07-moe-checkpoint-2:2:295:rect"/>
          <p:cNvSpPr/>
          <p:nvPr/>
        </p:nvSpPr>
        <p:spPr>
          <a:xfrm>
            <a:off x="518007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7" name="s07-moe-checkpoint-2:2:296:rect"/>
          <p:cNvSpPr/>
          <p:nvPr/>
        </p:nvSpPr>
        <p:spPr>
          <a:xfrm>
            <a:off x="526694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8" name="s07-moe-checkpoint-2:2:297:rect"/>
          <p:cNvSpPr/>
          <p:nvPr/>
        </p:nvSpPr>
        <p:spPr>
          <a:xfrm>
            <a:off x="535381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9" name="s07-moe-checkpoint-2:2:298:rect"/>
          <p:cNvSpPr/>
          <p:nvPr/>
        </p:nvSpPr>
        <p:spPr>
          <a:xfrm>
            <a:off x="544068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0" name="s07-moe-checkpoint-2:2:299:rect"/>
          <p:cNvSpPr/>
          <p:nvPr/>
        </p:nvSpPr>
        <p:spPr>
          <a:xfrm>
            <a:off x="552754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1" name="s07-moe-checkpoint-2:2:300:rect"/>
          <p:cNvSpPr/>
          <p:nvPr/>
        </p:nvSpPr>
        <p:spPr>
          <a:xfrm>
            <a:off x="561441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2" name="s07-moe-checkpoint-2:2:301:rect"/>
          <p:cNvSpPr/>
          <p:nvPr/>
        </p:nvSpPr>
        <p:spPr>
          <a:xfrm>
            <a:off x="570128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3" name="s07-moe-checkpoint-2:2:302:rect"/>
          <p:cNvSpPr/>
          <p:nvPr/>
        </p:nvSpPr>
        <p:spPr>
          <a:xfrm>
            <a:off x="578815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4" name="s07-moe-checkpoint-2:2:303:rect"/>
          <p:cNvSpPr/>
          <p:nvPr/>
        </p:nvSpPr>
        <p:spPr>
          <a:xfrm>
            <a:off x="587502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5" name="s07-moe-checkpoint-2:2:304:rect"/>
          <p:cNvSpPr/>
          <p:nvPr/>
        </p:nvSpPr>
        <p:spPr>
          <a:xfrm>
            <a:off x="596188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6" name="s07-moe-checkpoint-2:2:305:rect"/>
          <p:cNvSpPr/>
          <p:nvPr/>
        </p:nvSpPr>
        <p:spPr>
          <a:xfrm>
            <a:off x="604875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7" name="s07-moe-checkpoint-2:2:306:rect"/>
          <p:cNvSpPr/>
          <p:nvPr/>
        </p:nvSpPr>
        <p:spPr>
          <a:xfrm>
            <a:off x="613562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8" name="s07-moe-checkpoint-2:2:307:rect"/>
          <p:cNvSpPr/>
          <p:nvPr/>
        </p:nvSpPr>
        <p:spPr>
          <a:xfrm>
            <a:off x="622249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9" name="s07-moe-checkpoint-2:2:308:rect"/>
          <p:cNvSpPr/>
          <p:nvPr/>
        </p:nvSpPr>
        <p:spPr>
          <a:xfrm>
            <a:off x="630936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0" name="s07-moe-checkpoint-2:2:309:rect"/>
          <p:cNvSpPr/>
          <p:nvPr/>
        </p:nvSpPr>
        <p:spPr>
          <a:xfrm>
            <a:off x="639622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1" name="s07-moe-checkpoint-2:2:310:rect"/>
          <p:cNvSpPr/>
          <p:nvPr/>
        </p:nvSpPr>
        <p:spPr>
          <a:xfrm>
            <a:off x="648309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2" name="s07-moe-checkpoint-2:2:311:rect"/>
          <p:cNvSpPr/>
          <p:nvPr/>
        </p:nvSpPr>
        <p:spPr>
          <a:xfrm>
            <a:off x="656996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3" name="s07-moe-checkpoint-2:2:312:rect"/>
          <p:cNvSpPr/>
          <p:nvPr/>
        </p:nvSpPr>
        <p:spPr>
          <a:xfrm>
            <a:off x="457200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4" name="s07-moe-checkpoint-2:2:313:rect"/>
          <p:cNvSpPr/>
          <p:nvPr/>
        </p:nvSpPr>
        <p:spPr>
          <a:xfrm>
            <a:off x="465886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5" name="s07-moe-checkpoint-2:2:314:rect"/>
          <p:cNvSpPr/>
          <p:nvPr/>
        </p:nvSpPr>
        <p:spPr>
          <a:xfrm>
            <a:off x="474573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6" name="s07-moe-checkpoint-2:2:315:rect"/>
          <p:cNvSpPr/>
          <p:nvPr/>
        </p:nvSpPr>
        <p:spPr>
          <a:xfrm>
            <a:off x="483260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7" name="s07-moe-checkpoint-2:2:316:rect"/>
          <p:cNvSpPr/>
          <p:nvPr/>
        </p:nvSpPr>
        <p:spPr>
          <a:xfrm>
            <a:off x="491947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8" name="s07-moe-checkpoint-2:2:317:rect"/>
          <p:cNvSpPr/>
          <p:nvPr/>
        </p:nvSpPr>
        <p:spPr>
          <a:xfrm>
            <a:off x="500634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9" name="s07-moe-checkpoint-2:2:318:rect"/>
          <p:cNvSpPr/>
          <p:nvPr/>
        </p:nvSpPr>
        <p:spPr>
          <a:xfrm>
            <a:off x="509320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0" name="s07-moe-checkpoint-2:2:319:rect"/>
          <p:cNvSpPr/>
          <p:nvPr/>
        </p:nvSpPr>
        <p:spPr>
          <a:xfrm>
            <a:off x="518007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1" name="s07-moe-checkpoint-2:2:320:rect"/>
          <p:cNvSpPr/>
          <p:nvPr/>
        </p:nvSpPr>
        <p:spPr>
          <a:xfrm>
            <a:off x="526694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2" name="s07-moe-checkpoint-2:2:321:rect"/>
          <p:cNvSpPr/>
          <p:nvPr/>
        </p:nvSpPr>
        <p:spPr>
          <a:xfrm>
            <a:off x="535381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3" name="s07-moe-checkpoint-2:2:322:rect"/>
          <p:cNvSpPr/>
          <p:nvPr/>
        </p:nvSpPr>
        <p:spPr>
          <a:xfrm>
            <a:off x="544068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4" name="s07-moe-checkpoint-2:2:323:rect"/>
          <p:cNvSpPr/>
          <p:nvPr/>
        </p:nvSpPr>
        <p:spPr>
          <a:xfrm>
            <a:off x="552754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5" name="s07-moe-checkpoint-2:2:324:rect"/>
          <p:cNvSpPr/>
          <p:nvPr/>
        </p:nvSpPr>
        <p:spPr>
          <a:xfrm>
            <a:off x="561441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6" name="s07-moe-checkpoint-2:2:325:rect"/>
          <p:cNvSpPr/>
          <p:nvPr/>
        </p:nvSpPr>
        <p:spPr>
          <a:xfrm>
            <a:off x="570128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7" name="s07-moe-checkpoint-2:2:326:rect"/>
          <p:cNvSpPr/>
          <p:nvPr/>
        </p:nvSpPr>
        <p:spPr>
          <a:xfrm>
            <a:off x="578815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8" name="s07-moe-checkpoint-2:2:327:rect"/>
          <p:cNvSpPr/>
          <p:nvPr/>
        </p:nvSpPr>
        <p:spPr>
          <a:xfrm>
            <a:off x="587502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9" name="s07-moe-checkpoint-2:2:328:rect"/>
          <p:cNvSpPr/>
          <p:nvPr/>
        </p:nvSpPr>
        <p:spPr>
          <a:xfrm>
            <a:off x="596188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0" name="s07-moe-checkpoint-2:2:329:rect"/>
          <p:cNvSpPr/>
          <p:nvPr/>
        </p:nvSpPr>
        <p:spPr>
          <a:xfrm>
            <a:off x="604875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1" name="s07-moe-checkpoint-2:2:330:rect"/>
          <p:cNvSpPr/>
          <p:nvPr/>
        </p:nvSpPr>
        <p:spPr>
          <a:xfrm>
            <a:off x="613562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2" name="s07-moe-checkpoint-2:2:331:rect"/>
          <p:cNvSpPr/>
          <p:nvPr/>
        </p:nvSpPr>
        <p:spPr>
          <a:xfrm>
            <a:off x="622249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3" name="s07-moe-checkpoint-2:2:332:rect"/>
          <p:cNvSpPr/>
          <p:nvPr/>
        </p:nvSpPr>
        <p:spPr>
          <a:xfrm>
            <a:off x="630936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4" name="s07-moe-checkpoint-2:2:333:rect"/>
          <p:cNvSpPr/>
          <p:nvPr/>
        </p:nvSpPr>
        <p:spPr>
          <a:xfrm>
            <a:off x="639622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5" name="s07-moe-checkpoint-2:2:334:rect"/>
          <p:cNvSpPr/>
          <p:nvPr/>
        </p:nvSpPr>
        <p:spPr>
          <a:xfrm>
            <a:off x="648309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6" name="s07-moe-checkpoint-2:2:335:rect"/>
          <p:cNvSpPr/>
          <p:nvPr/>
        </p:nvSpPr>
        <p:spPr>
          <a:xfrm>
            <a:off x="656996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7" name="s07-moe-checkpoint-2:2:336:rect"/>
          <p:cNvSpPr/>
          <p:nvPr/>
        </p:nvSpPr>
        <p:spPr>
          <a:xfrm>
            <a:off x="457200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8" name="s07-moe-checkpoint-2:2:337:rect"/>
          <p:cNvSpPr/>
          <p:nvPr/>
        </p:nvSpPr>
        <p:spPr>
          <a:xfrm>
            <a:off x="465886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9" name="s07-moe-checkpoint-2:2:338:rect"/>
          <p:cNvSpPr/>
          <p:nvPr/>
        </p:nvSpPr>
        <p:spPr>
          <a:xfrm>
            <a:off x="474573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0" name="s07-moe-checkpoint-2:2:339:rect"/>
          <p:cNvSpPr/>
          <p:nvPr/>
        </p:nvSpPr>
        <p:spPr>
          <a:xfrm>
            <a:off x="483260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1" name="s07-moe-checkpoint-2:2:340:rect"/>
          <p:cNvSpPr/>
          <p:nvPr/>
        </p:nvSpPr>
        <p:spPr>
          <a:xfrm>
            <a:off x="491947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2" name="s07-moe-checkpoint-2:2:341:rect"/>
          <p:cNvSpPr/>
          <p:nvPr/>
        </p:nvSpPr>
        <p:spPr>
          <a:xfrm>
            <a:off x="500634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3" name="s07-moe-checkpoint-2:2:342:rect"/>
          <p:cNvSpPr/>
          <p:nvPr/>
        </p:nvSpPr>
        <p:spPr>
          <a:xfrm>
            <a:off x="509320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4" name="s07-moe-checkpoint-2:2:343:rect"/>
          <p:cNvSpPr/>
          <p:nvPr/>
        </p:nvSpPr>
        <p:spPr>
          <a:xfrm>
            <a:off x="518007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5" name="s07-moe-checkpoint-2:2:344:rect"/>
          <p:cNvSpPr/>
          <p:nvPr/>
        </p:nvSpPr>
        <p:spPr>
          <a:xfrm>
            <a:off x="526694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6" name="s07-moe-checkpoint-2:2:345:rect"/>
          <p:cNvSpPr/>
          <p:nvPr/>
        </p:nvSpPr>
        <p:spPr>
          <a:xfrm>
            <a:off x="535381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7" name="s07-moe-checkpoint-2:2:346:rect"/>
          <p:cNvSpPr/>
          <p:nvPr/>
        </p:nvSpPr>
        <p:spPr>
          <a:xfrm>
            <a:off x="544068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8" name="s07-moe-checkpoint-2:2:347:rect"/>
          <p:cNvSpPr/>
          <p:nvPr/>
        </p:nvSpPr>
        <p:spPr>
          <a:xfrm>
            <a:off x="552754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9" name="s07-moe-checkpoint-2:2:348:rect"/>
          <p:cNvSpPr/>
          <p:nvPr/>
        </p:nvSpPr>
        <p:spPr>
          <a:xfrm>
            <a:off x="561441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0" name="s07-moe-checkpoint-2:2:349:rect"/>
          <p:cNvSpPr/>
          <p:nvPr/>
        </p:nvSpPr>
        <p:spPr>
          <a:xfrm>
            <a:off x="570128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1" name="s07-moe-checkpoint-2:2:350:rect"/>
          <p:cNvSpPr/>
          <p:nvPr/>
        </p:nvSpPr>
        <p:spPr>
          <a:xfrm>
            <a:off x="578815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2" name="s07-moe-checkpoint-2:2:351:rect"/>
          <p:cNvSpPr/>
          <p:nvPr/>
        </p:nvSpPr>
        <p:spPr>
          <a:xfrm>
            <a:off x="587502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3" name="s07-moe-checkpoint-2:2:352:rect"/>
          <p:cNvSpPr/>
          <p:nvPr/>
        </p:nvSpPr>
        <p:spPr>
          <a:xfrm>
            <a:off x="596188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4" name="s07-moe-checkpoint-2:2:353:rect"/>
          <p:cNvSpPr/>
          <p:nvPr/>
        </p:nvSpPr>
        <p:spPr>
          <a:xfrm>
            <a:off x="604875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5" name="s07-moe-checkpoint-2:2:354:rect"/>
          <p:cNvSpPr/>
          <p:nvPr/>
        </p:nvSpPr>
        <p:spPr>
          <a:xfrm>
            <a:off x="613562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6" name="s07-moe-checkpoint-2:2:355:rect"/>
          <p:cNvSpPr/>
          <p:nvPr/>
        </p:nvSpPr>
        <p:spPr>
          <a:xfrm>
            <a:off x="622249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7" name="s07-moe-checkpoint-2:2:356:rect"/>
          <p:cNvSpPr/>
          <p:nvPr/>
        </p:nvSpPr>
        <p:spPr>
          <a:xfrm>
            <a:off x="630936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8" name="s07-moe-checkpoint-2:2:357:rect"/>
          <p:cNvSpPr/>
          <p:nvPr/>
        </p:nvSpPr>
        <p:spPr>
          <a:xfrm>
            <a:off x="639622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9" name="s07-moe-checkpoint-2:2:358:rect"/>
          <p:cNvSpPr/>
          <p:nvPr/>
        </p:nvSpPr>
        <p:spPr>
          <a:xfrm>
            <a:off x="648309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0" name="s07-moe-checkpoint-2:2:359:rect"/>
          <p:cNvSpPr/>
          <p:nvPr/>
        </p:nvSpPr>
        <p:spPr>
          <a:xfrm>
            <a:off x="656996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1" name="s07-moe-checkpoint-2:2:360:rect"/>
          <p:cNvSpPr/>
          <p:nvPr/>
        </p:nvSpPr>
        <p:spPr>
          <a:xfrm>
            <a:off x="457200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2" name="s07-moe-checkpoint-2:2:361:rect"/>
          <p:cNvSpPr/>
          <p:nvPr/>
        </p:nvSpPr>
        <p:spPr>
          <a:xfrm>
            <a:off x="465886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3" name="s07-moe-checkpoint-2:2:362:rect"/>
          <p:cNvSpPr/>
          <p:nvPr/>
        </p:nvSpPr>
        <p:spPr>
          <a:xfrm>
            <a:off x="474573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4" name="s07-moe-checkpoint-2:2:363:rect"/>
          <p:cNvSpPr/>
          <p:nvPr/>
        </p:nvSpPr>
        <p:spPr>
          <a:xfrm>
            <a:off x="483260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5" name="s07-moe-checkpoint-2:2:364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6" name="s07-moe-checkpoint-2:2:365:rect"/>
          <p:cNvSpPr/>
          <p:nvPr/>
        </p:nvSpPr>
        <p:spPr>
          <a:xfrm>
            <a:off x="500634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7" name="s07-moe-checkpoint-2:2:366:rect"/>
          <p:cNvSpPr/>
          <p:nvPr/>
        </p:nvSpPr>
        <p:spPr>
          <a:xfrm>
            <a:off x="509320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8" name="s07-moe-checkpoint-2:2:367:rect"/>
          <p:cNvSpPr/>
          <p:nvPr/>
        </p:nvSpPr>
        <p:spPr>
          <a:xfrm>
            <a:off x="518007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9" name="s07-moe-checkpoint-2:2:368:rect"/>
          <p:cNvSpPr/>
          <p:nvPr/>
        </p:nvSpPr>
        <p:spPr>
          <a:xfrm>
            <a:off x="526694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0" name="s07-moe-checkpoint-2:2:369:rect"/>
          <p:cNvSpPr/>
          <p:nvPr/>
        </p:nvSpPr>
        <p:spPr>
          <a:xfrm>
            <a:off x="535381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1" name="s07-moe-checkpoint-2:2:370:rect"/>
          <p:cNvSpPr/>
          <p:nvPr/>
        </p:nvSpPr>
        <p:spPr>
          <a:xfrm>
            <a:off x="544068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2" name="s07-moe-checkpoint-2:2:371:rect"/>
          <p:cNvSpPr/>
          <p:nvPr/>
        </p:nvSpPr>
        <p:spPr>
          <a:xfrm>
            <a:off x="552754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3" name="s07-moe-checkpoint-2:2:372:rect"/>
          <p:cNvSpPr/>
          <p:nvPr/>
        </p:nvSpPr>
        <p:spPr>
          <a:xfrm>
            <a:off x="561441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4" name="s07-moe-checkpoint-2:2:373:rect"/>
          <p:cNvSpPr/>
          <p:nvPr/>
        </p:nvSpPr>
        <p:spPr>
          <a:xfrm>
            <a:off x="570128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5" name="s07-moe-checkpoint-2:2:374:rect"/>
          <p:cNvSpPr/>
          <p:nvPr/>
        </p:nvSpPr>
        <p:spPr>
          <a:xfrm>
            <a:off x="578815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6" name="s07-moe-checkpoint-2:2:375:rect"/>
          <p:cNvSpPr/>
          <p:nvPr/>
        </p:nvSpPr>
        <p:spPr>
          <a:xfrm>
            <a:off x="587502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7" name="s07-moe-checkpoint-2:2:376:rect"/>
          <p:cNvSpPr/>
          <p:nvPr/>
        </p:nvSpPr>
        <p:spPr>
          <a:xfrm>
            <a:off x="596188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8" name="s07-moe-checkpoint-2:2:377:rect"/>
          <p:cNvSpPr/>
          <p:nvPr/>
        </p:nvSpPr>
        <p:spPr>
          <a:xfrm>
            <a:off x="604875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9" name="s07-moe-checkpoint-2:2:378:rect"/>
          <p:cNvSpPr/>
          <p:nvPr/>
        </p:nvSpPr>
        <p:spPr>
          <a:xfrm>
            <a:off x="613562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0" name="s07-moe-checkpoint-2:2:379:rect"/>
          <p:cNvSpPr/>
          <p:nvPr/>
        </p:nvSpPr>
        <p:spPr>
          <a:xfrm>
            <a:off x="622249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1" name="s07-moe-checkpoint-2:2:380:rect"/>
          <p:cNvSpPr/>
          <p:nvPr/>
        </p:nvSpPr>
        <p:spPr>
          <a:xfrm>
            <a:off x="630936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2" name="s07-moe-checkpoint-2:2:381:rect"/>
          <p:cNvSpPr/>
          <p:nvPr/>
        </p:nvSpPr>
        <p:spPr>
          <a:xfrm>
            <a:off x="639622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3" name="s07-moe-checkpoint-2:2:382:rect"/>
          <p:cNvSpPr/>
          <p:nvPr/>
        </p:nvSpPr>
        <p:spPr>
          <a:xfrm>
            <a:off x="648309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4" name="s07-moe-checkpoint-2:2:383:rect"/>
          <p:cNvSpPr/>
          <p:nvPr/>
        </p:nvSpPr>
        <p:spPr>
          <a:xfrm>
            <a:off x="656996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5" name="s07-moe-checkpoint-2:2:384:rect"/>
          <p:cNvSpPr/>
          <p:nvPr/>
        </p:nvSpPr>
        <p:spPr>
          <a:xfrm>
            <a:off x="457200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6" name="s07-moe-checkpoint-2:2:385:rect"/>
          <p:cNvSpPr/>
          <p:nvPr/>
        </p:nvSpPr>
        <p:spPr>
          <a:xfrm>
            <a:off x="465886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7" name="s07-moe-checkpoint-2:2:386:rect"/>
          <p:cNvSpPr/>
          <p:nvPr/>
        </p:nvSpPr>
        <p:spPr>
          <a:xfrm>
            <a:off x="474573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8" name="s07-moe-checkpoint-2:2:387:rect"/>
          <p:cNvSpPr/>
          <p:nvPr/>
        </p:nvSpPr>
        <p:spPr>
          <a:xfrm>
            <a:off x="483260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9" name="s07-moe-checkpoint-2:2:388:rect"/>
          <p:cNvSpPr/>
          <p:nvPr/>
        </p:nvSpPr>
        <p:spPr>
          <a:xfrm>
            <a:off x="491947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0" name="s07-moe-checkpoint-2:2:389:rect"/>
          <p:cNvSpPr/>
          <p:nvPr/>
        </p:nvSpPr>
        <p:spPr>
          <a:xfrm>
            <a:off x="500634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1" name="s07-moe-checkpoint-2:2:390:rect"/>
          <p:cNvSpPr/>
          <p:nvPr/>
        </p:nvSpPr>
        <p:spPr>
          <a:xfrm>
            <a:off x="509320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2" name="s07-moe-checkpoint-2:2:391:rect"/>
          <p:cNvSpPr/>
          <p:nvPr/>
        </p:nvSpPr>
        <p:spPr>
          <a:xfrm>
            <a:off x="518007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3" name="s07-moe-checkpoint-2:2:392:rect"/>
          <p:cNvSpPr/>
          <p:nvPr/>
        </p:nvSpPr>
        <p:spPr>
          <a:xfrm>
            <a:off x="526694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4" name="s07-moe-checkpoint-2:2:393:rect"/>
          <p:cNvSpPr/>
          <p:nvPr/>
        </p:nvSpPr>
        <p:spPr>
          <a:xfrm>
            <a:off x="535381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5" name="s07-moe-checkpoint-2:2:394:rect"/>
          <p:cNvSpPr/>
          <p:nvPr/>
        </p:nvSpPr>
        <p:spPr>
          <a:xfrm>
            <a:off x="544068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6" name="s07-moe-checkpoint-2:2:395:rect"/>
          <p:cNvSpPr/>
          <p:nvPr/>
        </p:nvSpPr>
        <p:spPr>
          <a:xfrm>
            <a:off x="552754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7" name="s07-moe-checkpoint-2:2:396:rect"/>
          <p:cNvSpPr/>
          <p:nvPr/>
        </p:nvSpPr>
        <p:spPr>
          <a:xfrm>
            <a:off x="561441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8" name="s07-moe-checkpoint-2:2:397:rect"/>
          <p:cNvSpPr/>
          <p:nvPr/>
        </p:nvSpPr>
        <p:spPr>
          <a:xfrm>
            <a:off x="570128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9" name="s07-moe-checkpoint-2:2:398:rect"/>
          <p:cNvSpPr/>
          <p:nvPr/>
        </p:nvSpPr>
        <p:spPr>
          <a:xfrm>
            <a:off x="578815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0" name="s07-moe-checkpoint-2:2:399:rect"/>
          <p:cNvSpPr/>
          <p:nvPr/>
        </p:nvSpPr>
        <p:spPr>
          <a:xfrm>
            <a:off x="587502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1" name="s07-moe-checkpoint-2:2:400:rect"/>
          <p:cNvSpPr/>
          <p:nvPr/>
        </p:nvSpPr>
        <p:spPr>
          <a:xfrm>
            <a:off x="596188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2" name="s07-moe-checkpoint-2:2:401:rect"/>
          <p:cNvSpPr/>
          <p:nvPr/>
        </p:nvSpPr>
        <p:spPr>
          <a:xfrm>
            <a:off x="604875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3" name="s07-moe-checkpoint-2:2:402:rect"/>
          <p:cNvSpPr/>
          <p:nvPr/>
        </p:nvSpPr>
        <p:spPr>
          <a:xfrm>
            <a:off x="613562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4" name="s07-moe-checkpoint-2:2:403:rect"/>
          <p:cNvSpPr/>
          <p:nvPr/>
        </p:nvSpPr>
        <p:spPr>
          <a:xfrm>
            <a:off x="622249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5" name="s07-moe-checkpoint-2:2:404:rect"/>
          <p:cNvSpPr/>
          <p:nvPr/>
        </p:nvSpPr>
        <p:spPr>
          <a:xfrm>
            <a:off x="630936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6" name="s07-moe-checkpoint-2:2:405:rect"/>
          <p:cNvSpPr/>
          <p:nvPr/>
        </p:nvSpPr>
        <p:spPr>
          <a:xfrm>
            <a:off x="639622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7" name="s07-moe-checkpoint-2:2:406:rect"/>
          <p:cNvSpPr/>
          <p:nvPr/>
        </p:nvSpPr>
        <p:spPr>
          <a:xfrm>
            <a:off x="648309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8" name="s07-moe-checkpoint-2:2:407:rect"/>
          <p:cNvSpPr/>
          <p:nvPr/>
        </p:nvSpPr>
        <p:spPr>
          <a:xfrm>
            <a:off x="656996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9" name="s07-moe-checkpoint-2:2:408:text"/>
          <p:cNvSpPr/>
          <p:nvPr/>
        </p:nvSpPr>
        <p:spPr>
          <a:xfrm>
            <a:off x="457200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 Routed Experts · 评分示意</a:t>
            </a:r>
            <a:endParaRPr lang="en-US" sz="1350" dirty="0"/>
          </a:p>
        </p:txBody>
      </p:sp>
      <p:sp>
        <p:nvSpPr>
          <p:cNvPr id="410" name="s07-moe-checkpoint-2:2:409:text"/>
          <p:cNvSpPr/>
          <p:nvPr/>
        </p:nvSpPr>
        <p:spPr>
          <a:xfrm>
            <a:off x="7315200" y="2423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 · 0.91 · …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-moe-checkpoint-3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一.6 MoE 与 Dense | Visual QA · Click 3/6</a:t>
            </a:r>
            <a:endParaRPr lang="en-US" sz="1050" dirty="0"/>
          </a:p>
        </p:txBody>
      </p:sp>
      <p:sp>
        <p:nvSpPr>
          <p:cNvPr id="3" name="s07-moe-checkpoint-3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使用同一组 FFN；MoE 选择执行路径</a:t>
            </a:r>
            <a:endParaRPr lang="en-US" sz="2700" dirty="0"/>
          </a:p>
        </p:txBody>
      </p:sp>
      <p:sp>
        <p:nvSpPr>
          <p:cNvPr id="4" name="s07-moe-checkpoint-3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7-moe-checkpoint-3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7-moe-checkpoint-3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7-moe-checkpoint-3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7-moe-checkpoint-3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7-moe-checkpoint-3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7-moe-checkpoint-3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22</a:t>
            </a:r>
            <a:endParaRPr lang="en-US" sz="1050" dirty="0"/>
          </a:p>
        </p:txBody>
      </p:sp>
      <p:sp>
        <p:nvSpPr>
          <p:cNvPr id="11" name="s07-moe-checkpoint-3:0:10:text"/>
          <p:cNvSpPr/>
          <p:nvPr/>
        </p:nvSpPr>
        <p:spPr>
          <a:xfrm>
            <a:off x="457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FFN</a:t>
            </a:r>
            <a:endParaRPr lang="en-US" sz="1900" dirty="0"/>
          </a:p>
        </p:txBody>
      </p:sp>
      <p:sp>
        <p:nvSpPr>
          <p:cNvPr id="12" name="s07-moe-checkpoint-3:0:11:rect"/>
          <p:cNvSpPr/>
          <p:nvPr/>
        </p:nvSpPr>
        <p:spPr>
          <a:xfrm>
            <a:off x="502920" y="2011680"/>
            <a:ext cx="82296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07-moe-checkpoint-3:0:12:text"/>
          <p:cNvSpPr/>
          <p:nvPr/>
        </p:nvSpPr>
        <p:spPr>
          <a:xfrm>
            <a:off x="576072" y="20574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500" dirty="0"/>
          </a:p>
        </p:txBody>
      </p:sp>
      <p:sp>
        <p:nvSpPr>
          <p:cNvPr id="14" name="s07-moe-checkpoint-3:0:13:line"/>
          <p:cNvSpPr/>
          <p:nvPr/>
        </p:nvSpPr>
        <p:spPr>
          <a:xfrm>
            <a:off x="1371600" y="2240280"/>
            <a:ext cx="2743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5" name="s07-moe-checkpoint-3:0:14:rect"/>
          <p:cNvSpPr/>
          <p:nvPr/>
        </p:nvSpPr>
        <p:spPr>
          <a:xfrm>
            <a:off x="1737360" y="1920240"/>
            <a:ext cx="201168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07-moe-checkpoint-3:0:15:text"/>
          <p:cNvSpPr/>
          <p:nvPr/>
        </p:nvSpPr>
        <p:spPr>
          <a:xfrm>
            <a:off x="1810512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FFN</a:t>
            </a:r>
            <a:endParaRPr lang="en-US" sz="1800" dirty="0"/>
          </a:p>
        </p:txBody>
      </p:sp>
      <p:sp>
        <p:nvSpPr>
          <p:cNvPr id="17" name="s07-moe-checkpoint-3:0:16:text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所有输入使用同一组权重</a:t>
            </a:r>
            <a:endParaRPr lang="en-US" sz="1700" dirty="0"/>
          </a:p>
        </p:txBody>
      </p:sp>
      <p:sp>
        <p:nvSpPr>
          <p:cNvPr id="18" name="s07-moe-checkpoint-3:0:17:line"/>
          <p:cNvSpPr/>
          <p:nvPr/>
        </p:nvSpPr>
        <p:spPr>
          <a:xfrm>
            <a:off x="4069080" y="1463040"/>
            <a:ext cx="914" cy="2971800"/>
          </a:xfrm>
          <a:prstGeom prst="line">
            <a:avLst/>
          </a:prstGeom>
          <a:noFill/>
          <a:ln w="12700">
            <a:solidFill>
              <a:srgbClr val="CED8E6"/>
            </a:solidFill>
            <a:prstDash val="solid"/>
          </a:ln>
        </p:spPr>
      </p:sp>
      <p:sp>
        <p:nvSpPr>
          <p:cNvPr id="19" name="s07-moe-checkpoint-3:0:18:text"/>
          <p:cNvSpPr/>
          <p:nvPr/>
        </p:nvSpPr>
        <p:spPr>
          <a:xfrm>
            <a:off x="429768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Mixture of Experts</a:t>
            </a:r>
            <a:endParaRPr lang="en-US" sz="1900" dirty="0"/>
          </a:p>
        </p:txBody>
      </p:sp>
      <p:sp>
        <p:nvSpPr>
          <p:cNvPr id="20" name="s07-moe-checkpoint-3:1:19:rect"/>
          <p:cNvSpPr/>
          <p:nvPr/>
        </p:nvSpPr>
        <p:spPr>
          <a:xfrm>
            <a:off x="4343400" y="1938528"/>
            <a:ext cx="100584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07-moe-checkpoint-3:1:20:text"/>
          <p:cNvSpPr/>
          <p:nvPr/>
        </p:nvSpPr>
        <p:spPr>
          <a:xfrm>
            <a:off x="4416552" y="198424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600" dirty="0"/>
          </a:p>
        </p:txBody>
      </p:sp>
      <p:sp>
        <p:nvSpPr>
          <p:cNvPr id="22" name="s07-moe-checkpoint-3:1:21:line"/>
          <p:cNvSpPr/>
          <p:nvPr/>
        </p:nvSpPr>
        <p:spPr>
          <a:xfrm>
            <a:off x="5440680" y="2167128"/>
            <a:ext cx="27432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07-moe-checkpoint-3:1:22:rect"/>
          <p:cNvSpPr/>
          <p:nvPr/>
        </p:nvSpPr>
        <p:spPr>
          <a:xfrm>
            <a:off x="5806440" y="1938528"/>
            <a:ext cx="1280160" cy="4572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07-moe-checkpoint-3:1:23:text"/>
          <p:cNvSpPr/>
          <p:nvPr/>
        </p:nvSpPr>
        <p:spPr>
          <a:xfrm>
            <a:off x="5879592" y="198424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1700" dirty="0"/>
          </a:p>
        </p:txBody>
      </p:sp>
      <p:sp>
        <p:nvSpPr>
          <p:cNvPr id="25" name="s07-moe-checkpoint-3:2:24:rect"/>
          <p:cNvSpPr/>
          <p:nvPr/>
        </p:nvSpPr>
        <p:spPr>
          <a:xfrm>
            <a:off x="457200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" name="s07-moe-checkpoint-3:2:25:rect"/>
          <p:cNvSpPr/>
          <p:nvPr/>
        </p:nvSpPr>
        <p:spPr>
          <a:xfrm>
            <a:off x="465886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07-moe-checkpoint-3:2:26:rect"/>
          <p:cNvSpPr/>
          <p:nvPr/>
        </p:nvSpPr>
        <p:spPr>
          <a:xfrm>
            <a:off x="474573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" name="s07-moe-checkpoint-3:2:27:rect"/>
          <p:cNvSpPr/>
          <p:nvPr/>
        </p:nvSpPr>
        <p:spPr>
          <a:xfrm>
            <a:off x="483260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" name="s07-moe-checkpoint-3:2:28:rect"/>
          <p:cNvSpPr/>
          <p:nvPr/>
        </p:nvSpPr>
        <p:spPr>
          <a:xfrm>
            <a:off x="491947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" name="s07-moe-checkpoint-3:2:29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" name="s07-moe-checkpoint-3:2:30:rect"/>
          <p:cNvSpPr/>
          <p:nvPr/>
        </p:nvSpPr>
        <p:spPr>
          <a:xfrm>
            <a:off x="509320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" name="s07-moe-checkpoint-3:2:31:rect"/>
          <p:cNvSpPr/>
          <p:nvPr/>
        </p:nvSpPr>
        <p:spPr>
          <a:xfrm>
            <a:off x="518007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" name="s07-moe-checkpoint-3:2:32:rect"/>
          <p:cNvSpPr/>
          <p:nvPr/>
        </p:nvSpPr>
        <p:spPr>
          <a:xfrm>
            <a:off x="526694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" name="s07-moe-checkpoint-3:2:33:rect"/>
          <p:cNvSpPr/>
          <p:nvPr/>
        </p:nvSpPr>
        <p:spPr>
          <a:xfrm>
            <a:off x="535381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" name="s07-moe-checkpoint-3:2:34:rect"/>
          <p:cNvSpPr/>
          <p:nvPr/>
        </p:nvSpPr>
        <p:spPr>
          <a:xfrm>
            <a:off x="544068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" name="s07-moe-checkpoint-3:2:35:rect"/>
          <p:cNvSpPr/>
          <p:nvPr/>
        </p:nvSpPr>
        <p:spPr>
          <a:xfrm>
            <a:off x="552754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" name="s07-moe-checkpoint-3:2:36:rect"/>
          <p:cNvSpPr/>
          <p:nvPr/>
        </p:nvSpPr>
        <p:spPr>
          <a:xfrm>
            <a:off x="561441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" name="s07-moe-checkpoint-3:2:37:rect"/>
          <p:cNvSpPr/>
          <p:nvPr/>
        </p:nvSpPr>
        <p:spPr>
          <a:xfrm>
            <a:off x="570128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" name="s07-moe-checkpoint-3:2:38:rect"/>
          <p:cNvSpPr/>
          <p:nvPr/>
        </p:nvSpPr>
        <p:spPr>
          <a:xfrm>
            <a:off x="578815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" name="s07-moe-checkpoint-3:2:39:rect"/>
          <p:cNvSpPr/>
          <p:nvPr/>
        </p:nvSpPr>
        <p:spPr>
          <a:xfrm>
            <a:off x="587502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" name="s07-moe-checkpoint-3:2:40:rect"/>
          <p:cNvSpPr/>
          <p:nvPr/>
        </p:nvSpPr>
        <p:spPr>
          <a:xfrm>
            <a:off x="596188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" name="s07-moe-checkpoint-3:2:41:rect"/>
          <p:cNvSpPr/>
          <p:nvPr/>
        </p:nvSpPr>
        <p:spPr>
          <a:xfrm>
            <a:off x="604875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" name="s07-moe-checkpoint-3:2:42:rect"/>
          <p:cNvSpPr/>
          <p:nvPr/>
        </p:nvSpPr>
        <p:spPr>
          <a:xfrm>
            <a:off x="613562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" name="s07-moe-checkpoint-3:2:43:rect"/>
          <p:cNvSpPr/>
          <p:nvPr/>
        </p:nvSpPr>
        <p:spPr>
          <a:xfrm>
            <a:off x="622249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" name="s07-moe-checkpoint-3:2:44:rect"/>
          <p:cNvSpPr/>
          <p:nvPr/>
        </p:nvSpPr>
        <p:spPr>
          <a:xfrm>
            <a:off x="630936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" name="s07-moe-checkpoint-3:2:45:rect"/>
          <p:cNvSpPr/>
          <p:nvPr/>
        </p:nvSpPr>
        <p:spPr>
          <a:xfrm>
            <a:off x="639622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" name="s07-moe-checkpoint-3:2:46:rect"/>
          <p:cNvSpPr/>
          <p:nvPr/>
        </p:nvSpPr>
        <p:spPr>
          <a:xfrm>
            <a:off x="648309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" name="s07-moe-checkpoint-3:2:47:rect"/>
          <p:cNvSpPr/>
          <p:nvPr/>
        </p:nvSpPr>
        <p:spPr>
          <a:xfrm>
            <a:off x="656996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" name="s07-moe-checkpoint-3:2:48:rect"/>
          <p:cNvSpPr/>
          <p:nvPr/>
        </p:nvSpPr>
        <p:spPr>
          <a:xfrm>
            <a:off x="457200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" name="s07-moe-checkpoint-3:2:49:rect"/>
          <p:cNvSpPr/>
          <p:nvPr/>
        </p:nvSpPr>
        <p:spPr>
          <a:xfrm>
            <a:off x="465886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" name="s07-moe-checkpoint-3:2:50:rect"/>
          <p:cNvSpPr/>
          <p:nvPr/>
        </p:nvSpPr>
        <p:spPr>
          <a:xfrm>
            <a:off x="474573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" name="s07-moe-checkpoint-3:2:51:rect"/>
          <p:cNvSpPr/>
          <p:nvPr/>
        </p:nvSpPr>
        <p:spPr>
          <a:xfrm>
            <a:off x="483260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" name="s07-moe-checkpoint-3:2:52:rect"/>
          <p:cNvSpPr/>
          <p:nvPr/>
        </p:nvSpPr>
        <p:spPr>
          <a:xfrm>
            <a:off x="491947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" name="s07-moe-checkpoint-3:2:53:rect"/>
          <p:cNvSpPr/>
          <p:nvPr/>
        </p:nvSpPr>
        <p:spPr>
          <a:xfrm>
            <a:off x="500634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" name="s07-moe-checkpoint-3:2:54:rect"/>
          <p:cNvSpPr/>
          <p:nvPr/>
        </p:nvSpPr>
        <p:spPr>
          <a:xfrm>
            <a:off x="509320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" name="s07-moe-checkpoint-3:2:55:rect"/>
          <p:cNvSpPr/>
          <p:nvPr/>
        </p:nvSpPr>
        <p:spPr>
          <a:xfrm>
            <a:off x="518007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" name="s07-moe-checkpoint-3:2:56:rect"/>
          <p:cNvSpPr/>
          <p:nvPr/>
        </p:nvSpPr>
        <p:spPr>
          <a:xfrm>
            <a:off x="526694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" name="s07-moe-checkpoint-3:2:57:rect"/>
          <p:cNvSpPr/>
          <p:nvPr/>
        </p:nvSpPr>
        <p:spPr>
          <a:xfrm>
            <a:off x="535381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" name="s07-moe-checkpoint-3:2:58:rect"/>
          <p:cNvSpPr/>
          <p:nvPr/>
        </p:nvSpPr>
        <p:spPr>
          <a:xfrm>
            <a:off x="544068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" name="s07-moe-checkpoint-3:2:59:rect"/>
          <p:cNvSpPr/>
          <p:nvPr/>
        </p:nvSpPr>
        <p:spPr>
          <a:xfrm>
            <a:off x="552754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" name="s07-moe-checkpoint-3:2:60:rect"/>
          <p:cNvSpPr/>
          <p:nvPr/>
        </p:nvSpPr>
        <p:spPr>
          <a:xfrm>
            <a:off x="561441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" name="s07-moe-checkpoint-3:2:61:rect"/>
          <p:cNvSpPr/>
          <p:nvPr/>
        </p:nvSpPr>
        <p:spPr>
          <a:xfrm>
            <a:off x="570128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" name="s07-moe-checkpoint-3:2:62:rect"/>
          <p:cNvSpPr/>
          <p:nvPr/>
        </p:nvSpPr>
        <p:spPr>
          <a:xfrm>
            <a:off x="578815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" name="s07-moe-checkpoint-3:2:63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" name="s07-moe-checkpoint-3:2:64:rect"/>
          <p:cNvSpPr/>
          <p:nvPr/>
        </p:nvSpPr>
        <p:spPr>
          <a:xfrm>
            <a:off x="596188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" name="s07-moe-checkpoint-3:2:65:rect"/>
          <p:cNvSpPr/>
          <p:nvPr/>
        </p:nvSpPr>
        <p:spPr>
          <a:xfrm>
            <a:off x="604875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" name="s07-moe-checkpoint-3:2:66:rect"/>
          <p:cNvSpPr/>
          <p:nvPr/>
        </p:nvSpPr>
        <p:spPr>
          <a:xfrm>
            <a:off x="613562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" name="s07-moe-checkpoint-3:2:67:rect"/>
          <p:cNvSpPr/>
          <p:nvPr/>
        </p:nvSpPr>
        <p:spPr>
          <a:xfrm>
            <a:off x="622249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" name="s07-moe-checkpoint-3:2:68:rect"/>
          <p:cNvSpPr/>
          <p:nvPr/>
        </p:nvSpPr>
        <p:spPr>
          <a:xfrm>
            <a:off x="630936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" name="s07-moe-checkpoint-3:2:69:rect"/>
          <p:cNvSpPr/>
          <p:nvPr/>
        </p:nvSpPr>
        <p:spPr>
          <a:xfrm>
            <a:off x="639622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" name="s07-moe-checkpoint-3:2:70:rect"/>
          <p:cNvSpPr/>
          <p:nvPr/>
        </p:nvSpPr>
        <p:spPr>
          <a:xfrm>
            <a:off x="648309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" name="s07-moe-checkpoint-3:2:71:rect"/>
          <p:cNvSpPr/>
          <p:nvPr/>
        </p:nvSpPr>
        <p:spPr>
          <a:xfrm>
            <a:off x="656996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" name="s07-moe-checkpoint-3:2:72:rect"/>
          <p:cNvSpPr/>
          <p:nvPr/>
        </p:nvSpPr>
        <p:spPr>
          <a:xfrm>
            <a:off x="457200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" name="s07-moe-checkpoint-3:2:73:rect"/>
          <p:cNvSpPr/>
          <p:nvPr/>
        </p:nvSpPr>
        <p:spPr>
          <a:xfrm>
            <a:off x="465886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" name="s07-moe-checkpoint-3:2:74:rect"/>
          <p:cNvSpPr/>
          <p:nvPr/>
        </p:nvSpPr>
        <p:spPr>
          <a:xfrm>
            <a:off x="474573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" name="s07-moe-checkpoint-3:2:75:rect"/>
          <p:cNvSpPr/>
          <p:nvPr/>
        </p:nvSpPr>
        <p:spPr>
          <a:xfrm>
            <a:off x="483260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" name="s07-moe-checkpoint-3:2:76:rect"/>
          <p:cNvSpPr/>
          <p:nvPr/>
        </p:nvSpPr>
        <p:spPr>
          <a:xfrm>
            <a:off x="491947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" name="s07-moe-checkpoint-3:2:77:rect"/>
          <p:cNvSpPr/>
          <p:nvPr/>
        </p:nvSpPr>
        <p:spPr>
          <a:xfrm>
            <a:off x="500634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9" name="s07-moe-checkpoint-3:2:78:rect"/>
          <p:cNvSpPr/>
          <p:nvPr/>
        </p:nvSpPr>
        <p:spPr>
          <a:xfrm>
            <a:off x="509320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0" name="s07-moe-checkpoint-3:2:79:rect"/>
          <p:cNvSpPr/>
          <p:nvPr/>
        </p:nvSpPr>
        <p:spPr>
          <a:xfrm>
            <a:off x="518007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1" name="s07-moe-checkpoint-3:2:80:rect"/>
          <p:cNvSpPr/>
          <p:nvPr/>
        </p:nvSpPr>
        <p:spPr>
          <a:xfrm>
            <a:off x="526694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2" name="s07-moe-checkpoint-3:2:81:rect"/>
          <p:cNvSpPr/>
          <p:nvPr/>
        </p:nvSpPr>
        <p:spPr>
          <a:xfrm>
            <a:off x="535381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3" name="s07-moe-checkpoint-3:2:82:rect"/>
          <p:cNvSpPr/>
          <p:nvPr/>
        </p:nvSpPr>
        <p:spPr>
          <a:xfrm>
            <a:off x="544068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4" name="s07-moe-checkpoint-3:2:83:rect"/>
          <p:cNvSpPr/>
          <p:nvPr/>
        </p:nvSpPr>
        <p:spPr>
          <a:xfrm>
            <a:off x="552754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5" name="s07-moe-checkpoint-3:2:84:rect"/>
          <p:cNvSpPr/>
          <p:nvPr/>
        </p:nvSpPr>
        <p:spPr>
          <a:xfrm>
            <a:off x="561441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6" name="s07-moe-checkpoint-3:2:85:rect"/>
          <p:cNvSpPr/>
          <p:nvPr/>
        </p:nvSpPr>
        <p:spPr>
          <a:xfrm>
            <a:off x="570128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7" name="s07-moe-checkpoint-3:2:86:rect"/>
          <p:cNvSpPr/>
          <p:nvPr/>
        </p:nvSpPr>
        <p:spPr>
          <a:xfrm>
            <a:off x="578815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8" name="s07-moe-checkpoint-3:2:87:rect"/>
          <p:cNvSpPr/>
          <p:nvPr/>
        </p:nvSpPr>
        <p:spPr>
          <a:xfrm>
            <a:off x="587502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9" name="s07-moe-checkpoint-3:2:88:rect"/>
          <p:cNvSpPr/>
          <p:nvPr/>
        </p:nvSpPr>
        <p:spPr>
          <a:xfrm>
            <a:off x="596188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0" name="s07-moe-checkpoint-3:2:89:rect"/>
          <p:cNvSpPr/>
          <p:nvPr/>
        </p:nvSpPr>
        <p:spPr>
          <a:xfrm>
            <a:off x="604875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1" name="s07-moe-checkpoint-3:2:90:rect"/>
          <p:cNvSpPr/>
          <p:nvPr/>
        </p:nvSpPr>
        <p:spPr>
          <a:xfrm>
            <a:off x="613562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2" name="s07-moe-checkpoint-3:2:91:rect"/>
          <p:cNvSpPr/>
          <p:nvPr/>
        </p:nvSpPr>
        <p:spPr>
          <a:xfrm>
            <a:off x="622249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3" name="s07-moe-checkpoint-3:2:92:rect"/>
          <p:cNvSpPr/>
          <p:nvPr/>
        </p:nvSpPr>
        <p:spPr>
          <a:xfrm>
            <a:off x="630936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4" name="s07-moe-checkpoint-3:2:93:rect"/>
          <p:cNvSpPr/>
          <p:nvPr/>
        </p:nvSpPr>
        <p:spPr>
          <a:xfrm>
            <a:off x="639622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5" name="s07-moe-checkpoint-3:2:94:rect"/>
          <p:cNvSpPr/>
          <p:nvPr/>
        </p:nvSpPr>
        <p:spPr>
          <a:xfrm>
            <a:off x="648309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6" name="s07-moe-checkpoint-3:2:95:rect"/>
          <p:cNvSpPr/>
          <p:nvPr/>
        </p:nvSpPr>
        <p:spPr>
          <a:xfrm>
            <a:off x="656996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7" name="s07-moe-checkpoint-3:2:96:rect"/>
          <p:cNvSpPr/>
          <p:nvPr/>
        </p:nvSpPr>
        <p:spPr>
          <a:xfrm>
            <a:off x="457200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8" name="s07-moe-checkpoint-3:2:97:rect"/>
          <p:cNvSpPr/>
          <p:nvPr/>
        </p:nvSpPr>
        <p:spPr>
          <a:xfrm>
            <a:off x="465886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9" name="s07-moe-checkpoint-3:2:98:rect"/>
          <p:cNvSpPr/>
          <p:nvPr/>
        </p:nvSpPr>
        <p:spPr>
          <a:xfrm>
            <a:off x="474573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0" name="s07-moe-checkpoint-3:2:99:rect"/>
          <p:cNvSpPr/>
          <p:nvPr/>
        </p:nvSpPr>
        <p:spPr>
          <a:xfrm>
            <a:off x="483260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1" name="s07-moe-checkpoint-3:2:100:rect"/>
          <p:cNvSpPr/>
          <p:nvPr/>
        </p:nvSpPr>
        <p:spPr>
          <a:xfrm>
            <a:off x="491947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2" name="s07-moe-checkpoint-3:2:101:rect"/>
          <p:cNvSpPr/>
          <p:nvPr/>
        </p:nvSpPr>
        <p:spPr>
          <a:xfrm>
            <a:off x="500634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3" name="s07-moe-checkpoint-3:2:102:rect"/>
          <p:cNvSpPr/>
          <p:nvPr/>
        </p:nvSpPr>
        <p:spPr>
          <a:xfrm>
            <a:off x="509320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4" name="s07-moe-checkpoint-3:2:103:rect"/>
          <p:cNvSpPr/>
          <p:nvPr/>
        </p:nvSpPr>
        <p:spPr>
          <a:xfrm>
            <a:off x="518007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5" name="s07-moe-checkpoint-3:2:104:rect"/>
          <p:cNvSpPr/>
          <p:nvPr/>
        </p:nvSpPr>
        <p:spPr>
          <a:xfrm>
            <a:off x="526694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6" name="s07-moe-checkpoint-3:2:105:rect"/>
          <p:cNvSpPr/>
          <p:nvPr/>
        </p:nvSpPr>
        <p:spPr>
          <a:xfrm>
            <a:off x="535381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7" name="s07-moe-checkpoint-3:2:106:rect"/>
          <p:cNvSpPr/>
          <p:nvPr/>
        </p:nvSpPr>
        <p:spPr>
          <a:xfrm>
            <a:off x="544068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8" name="s07-moe-checkpoint-3:2:107:rect"/>
          <p:cNvSpPr/>
          <p:nvPr/>
        </p:nvSpPr>
        <p:spPr>
          <a:xfrm>
            <a:off x="552754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9" name="s07-moe-checkpoint-3:2:108:rect"/>
          <p:cNvSpPr/>
          <p:nvPr/>
        </p:nvSpPr>
        <p:spPr>
          <a:xfrm>
            <a:off x="561441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0" name="s07-moe-checkpoint-3:2:109:rect"/>
          <p:cNvSpPr/>
          <p:nvPr/>
        </p:nvSpPr>
        <p:spPr>
          <a:xfrm>
            <a:off x="570128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1" name="s07-moe-checkpoint-3:2:110:rect"/>
          <p:cNvSpPr/>
          <p:nvPr/>
        </p:nvSpPr>
        <p:spPr>
          <a:xfrm>
            <a:off x="578815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2" name="s07-moe-checkpoint-3:2:111:rect"/>
          <p:cNvSpPr/>
          <p:nvPr/>
        </p:nvSpPr>
        <p:spPr>
          <a:xfrm>
            <a:off x="587502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3" name="s07-moe-checkpoint-3:2:1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4" name="s07-moe-checkpoint-3:2:113:rect"/>
          <p:cNvSpPr/>
          <p:nvPr/>
        </p:nvSpPr>
        <p:spPr>
          <a:xfrm>
            <a:off x="604875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5" name="s07-moe-checkpoint-3:2:114:rect"/>
          <p:cNvSpPr/>
          <p:nvPr/>
        </p:nvSpPr>
        <p:spPr>
          <a:xfrm>
            <a:off x="613562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6" name="s07-moe-checkpoint-3:2:115:rect"/>
          <p:cNvSpPr/>
          <p:nvPr/>
        </p:nvSpPr>
        <p:spPr>
          <a:xfrm>
            <a:off x="622249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7" name="s07-moe-checkpoint-3:2:116:rect"/>
          <p:cNvSpPr/>
          <p:nvPr/>
        </p:nvSpPr>
        <p:spPr>
          <a:xfrm>
            <a:off x="630936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8" name="s07-moe-checkpoint-3:2:117:rect"/>
          <p:cNvSpPr/>
          <p:nvPr/>
        </p:nvSpPr>
        <p:spPr>
          <a:xfrm>
            <a:off x="639622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9" name="s07-moe-checkpoint-3:2:118:rect"/>
          <p:cNvSpPr/>
          <p:nvPr/>
        </p:nvSpPr>
        <p:spPr>
          <a:xfrm>
            <a:off x="648309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0" name="s07-moe-checkpoint-3:2:119:rect"/>
          <p:cNvSpPr/>
          <p:nvPr/>
        </p:nvSpPr>
        <p:spPr>
          <a:xfrm>
            <a:off x="656996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1" name="s07-moe-checkpoint-3:2:120:rect"/>
          <p:cNvSpPr/>
          <p:nvPr/>
        </p:nvSpPr>
        <p:spPr>
          <a:xfrm>
            <a:off x="457200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2" name="s07-moe-checkpoint-3:2:121:rect"/>
          <p:cNvSpPr/>
          <p:nvPr/>
        </p:nvSpPr>
        <p:spPr>
          <a:xfrm>
            <a:off x="465886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3" name="s07-moe-checkpoint-3:2:122:rect"/>
          <p:cNvSpPr/>
          <p:nvPr/>
        </p:nvSpPr>
        <p:spPr>
          <a:xfrm>
            <a:off x="474573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4" name="s07-moe-checkpoint-3:2:123:rect"/>
          <p:cNvSpPr/>
          <p:nvPr/>
        </p:nvSpPr>
        <p:spPr>
          <a:xfrm>
            <a:off x="483260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5" name="s07-moe-checkpoint-3:2:124:rect"/>
          <p:cNvSpPr/>
          <p:nvPr/>
        </p:nvSpPr>
        <p:spPr>
          <a:xfrm>
            <a:off x="491947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6" name="s07-moe-checkpoint-3:2:125:rect"/>
          <p:cNvSpPr/>
          <p:nvPr/>
        </p:nvSpPr>
        <p:spPr>
          <a:xfrm>
            <a:off x="500634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7" name="s07-moe-checkpoint-3:2:126:rect"/>
          <p:cNvSpPr/>
          <p:nvPr/>
        </p:nvSpPr>
        <p:spPr>
          <a:xfrm>
            <a:off x="509320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8" name="s07-moe-checkpoint-3:2:127:rect"/>
          <p:cNvSpPr/>
          <p:nvPr/>
        </p:nvSpPr>
        <p:spPr>
          <a:xfrm>
            <a:off x="518007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9" name="s07-moe-checkpoint-3:2:128:rect"/>
          <p:cNvSpPr/>
          <p:nvPr/>
        </p:nvSpPr>
        <p:spPr>
          <a:xfrm>
            <a:off x="526694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0" name="s07-moe-checkpoint-3:2:129:rect"/>
          <p:cNvSpPr/>
          <p:nvPr/>
        </p:nvSpPr>
        <p:spPr>
          <a:xfrm>
            <a:off x="535381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1" name="s07-moe-checkpoint-3:2:130:rect"/>
          <p:cNvSpPr/>
          <p:nvPr/>
        </p:nvSpPr>
        <p:spPr>
          <a:xfrm>
            <a:off x="544068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2" name="s07-moe-checkpoint-3:2:131:rect"/>
          <p:cNvSpPr/>
          <p:nvPr/>
        </p:nvSpPr>
        <p:spPr>
          <a:xfrm>
            <a:off x="552754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3" name="s07-moe-checkpoint-3:2:132:rect"/>
          <p:cNvSpPr/>
          <p:nvPr/>
        </p:nvSpPr>
        <p:spPr>
          <a:xfrm>
            <a:off x="561441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4" name="s07-moe-checkpoint-3:2:133:rect"/>
          <p:cNvSpPr/>
          <p:nvPr/>
        </p:nvSpPr>
        <p:spPr>
          <a:xfrm>
            <a:off x="570128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5" name="s07-moe-checkpoint-3:2:134:rect"/>
          <p:cNvSpPr/>
          <p:nvPr/>
        </p:nvSpPr>
        <p:spPr>
          <a:xfrm>
            <a:off x="578815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6" name="s07-moe-checkpoint-3:2:135:rect"/>
          <p:cNvSpPr/>
          <p:nvPr/>
        </p:nvSpPr>
        <p:spPr>
          <a:xfrm>
            <a:off x="587502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7" name="s07-moe-checkpoint-3:2:136:rect"/>
          <p:cNvSpPr/>
          <p:nvPr/>
        </p:nvSpPr>
        <p:spPr>
          <a:xfrm>
            <a:off x="596188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8" name="s07-moe-checkpoint-3:2:137:rect"/>
          <p:cNvSpPr/>
          <p:nvPr/>
        </p:nvSpPr>
        <p:spPr>
          <a:xfrm>
            <a:off x="604875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9" name="s07-moe-checkpoint-3:2:138:rect"/>
          <p:cNvSpPr/>
          <p:nvPr/>
        </p:nvSpPr>
        <p:spPr>
          <a:xfrm>
            <a:off x="613562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0" name="s07-moe-checkpoint-3:2:139:rect"/>
          <p:cNvSpPr/>
          <p:nvPr/>
        </p:nvSpPr>
        <p:spPr>
          <a:xfrm>
            <a:off x="622249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1" name="s07-moe-checkpoint-3:2:140:rect"/>
          <p:cNvSpPr/>
          <p:nvPr/>
        </p:nvSpPr>
        <p:spPr>
          <a:xfrm>
            <a:off x="630936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2" name="s07-moe-checkpoint-3:2:141:rect"/>
          <p:cNvSpPr/>
          <p:nvPr/>
        </p:nvSpPr>
        <p:spPr>
          <a:xfrm>
            <a:off x="639622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3" name="s07-moe-checkpoint-3:2:142:rect"/>
          <p:cNvSpPr/>
          <p:nvPr/>
        </p:nvSpPr>
        <p:spPr>
          <a:xfrm>
            <a:off x="648309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4" name="s07-moe-checkpoint-3:2:143:rect"/>
          <p:cNvSpPr/>
          <p:nvPr/>
        </p:nvSpPr>
        <p:spPr>
          <a:xfrm>
            <a:off x="656996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5" name="s07-moe-checkpoint-3:2:144:rect"/>
          <p:cNvSpPr/>
          <p:nvPr/>
        </p:nvSpPr>
        <p:spPr>
          <a:xfrm>
            <a:off x="457200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6" name="s07-moe-checkpoint-3:2:145:rect"/>
          <p:cNvSpPr/>
          <p:nvPr/>
        </p:nvSpPr>
        <p:spPr>
          <a:xfrm>
            <a:off x="465886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7" name="s07-moe-checkpoint-3:2:146:rect"/>
          <p:cNvSpPr/>
          <p:nvPr/>
        </p:nvSpPr>
        <p:spPr>
          <a:xfrm>
            <a:off x="474573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8" name="s07-moe-checkpoint-3:2:147:rect"/>
          <p:cNvSpPr/>
          <p:nvPr/>
        </p:nvSpPr>
        <p:spPr>
          <a:xfrm>
            <a:off x="483260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9" name="s07-moe-checkpoint-3:2:148:rect"/>
          <p:cNvSpPr/>
          <p:nvPr/>
        </p:nvSpPr>
        <p:spPr>
          <a:xfrm>
            <a:off x="491947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0" name="s07-moe-checkpoint-3:2:149:rect"/>
          <p:cNvSpPr/>
          <p:nvPr/>
        </p:nvSpPr>
        <p:spPr>
          <a:xfrm>
            <a:off x="500634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1" name="s07-moe-checkpoint-3:2:150:rect"/>
          <p:cNvSpPr/>
          <p:nvPr/>
        </p:nvSpPr>
        <p:spPr>
          <a:xfrm>
            <a:off x="509320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2" name="s07-moe-checkpoint-3:2:151:rect"/>
          <p:cNvSpPr/>
          <p:nvPr/>
        </p:nvSpPr>
        <p:spPr>
          <a:xfrm>
            <a:off x="518007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3" name="s07-moe-checkpoint-3:2:152:rect"/>
          <p:cNvSpPr/>
          <p:nvPr/>
        </p:nvSpPr>
        <p:spPr>
          <a:xfrm>
            <a:off x="526694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4" name="s07-moe-checkpoint-3:2:153:rect"/>
          <p:cNvSpPr/>
          <p:nvPr/>
        </p:nvSpPr>
        <p:spPr>
          <a:xfrm>
            <a:off x="535381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5" name="s07-moe-checkpoint-3:2:154:rect"/>
          <p:cNvSpPr/>
          <p:nvPr/>
        </p:nvSpPr>
        <p:spPr>
          <a:xfrm>
            <a:off x="544068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6" name="s07-moe-checkpoint-3:2:155:rect"/>
          <p:cNvSpPr/>
          <p:nvPr/>
        </p:nvSpPr>
        <p:spPr>
          <a:xfrm>
            <a:off x="552754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7" name="s07-moe-checkpoint-3:2:156:rect"/>
          <p:cNvSpPr/>
          <p:nvPr/>
        </p:nvSpPr>
        <p:spPr>
          <a:xfrm>
            <a:off x="561441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8" name="s07-moe-checkpoint-3:2:157:rect"/>
          <p:cNvSpPr/>
          <p:nvPr/>
        </p:nvSpPr>
        <p:spPr>
          <a:xfrm>
            <a:off x="570128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9" name="s07-moe-checkpoint-3:2:158:rect"/>
          <p:cNvSpPr/>
          <p:nvPr/>
        </p:nvSpPr>
        <p:spPr>
          <a:xfrm>
            <a:off x="578815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0" name="s07-moe-checkpoint-3:2:159:rect"/>
          <p:cNvSpPr/>
          <p:nvPr/>
        </p:nvSpPr>
        <p:spPr>
          <a:xfrm>
            <a:off x="587502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1" name="s07-moe-checkpoint-3:2:160:rect"/>
          <p:cNvSpPr/>
          <p:nvPr/>
        </p:nvSpPr>
        <p:spPr>
          <a:xfrm>
            <a:off x="596188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2" name="s07-moe-checkpoint-3:2:161:rect"/>
          <p:cNvSpPr/>
          <p:nvPr/>
        </p:nvSpPr>
        <p:spPr>
          <a:xfrm>
            <a:off x="604875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3" name="s07-moe-checkpoint-3:2:162:rect"/>
          <p:cNvSpPr/>
          <p:nvPr/>
        </p:nvSpPr>
        <p:spPr>
          <a:xfrm>
            <a:off x="613562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4" name="s07-moe-checkpoint-3:2:163:rect"/>
          <p:cNvSpPr/>
          <p:nvPr/>
        </p:nvSpPr>
        <p:spPr>
          <a:xfrm>
            <a:off x="622249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5" name="s07-moe-checkpoint-3:2:164:rect"/>
          <p:cNvSpPr/>
          <p:nvPr/>
        </p:nvSpPr>
        <p:spPr>
          <a:xfrm>
            <a:off x="630936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6" name="s07-moe-checkpoint-3:2:165:rect"/>
          <p:cNvSpPr/>
          <p:nvPr/>
        </p:nvSpPr>
        <p:spPr>
          <a:xfrm>
            <a:off x="639622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7" name="s07-moe-checkpoint-3:2:166:rect"/>
          <p:cNvSpPr/>
          <p:nvPr/>
        </p:nvSpPr>
        <p:spPr>
          <a:xfrm>
            <a:off x="648309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8" name="s07-moe-checkpoint-3:2:167:rect"/>
          <p:cNvSpPr/>
          <p:nvPr/>
        </p:nvSpPr>
        <p:spPr>
          <a:xfrm>
            <a:off x="656996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9" name="s07-moe-checkpoint-3:2:168:rect"/>
          <p:cNvSpPr/>
          <p:nvPr/>
        </p:nvSpPr>
        <p:spPr>
          <a:xfrm>
            <a:off x="457200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0" name="s07-moe-checkpoint-3:2:169:rect"/>
          <p:cNvSpPr/>
          <p:nvPr/>
        </p:nvSpPr>
        <p:spPr>
          <a:xfrm>
            <a:off x="465886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1" name="s07-moe-checkpoint-3:2:170:rect"/>
          <p:cNvSpPr/>
          <p:nvPr/>
        </p:nvSpPr>
        <p:spPr>
          <a:xfrm>
            <a:off x="474573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2" name="s07-moe-checkpoint-3:2:171:rect"/>
          <p:cNvSpPr/>
          <p:nvPr/>
        </p:nvSpPr>
        <p:spPr>
          <a:xfrm>
            <a:off x="483260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3" name="s07-moe-checkpoint-3:2:172:rect"/>
          <p:cNvSpPr/>
          <p:nvPr/>
        </p:nvSpPr>
        <p:spPr>
          <a:xfrm>
            <a:off x="491947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4" name="s07-moe-checkpoint-3:2:173:rect"/>
          <p:cNvSpPr/>
          <p:nvPr/>
        </p:nvSpPr>
        <p:spPr>
          <a:xfrm>
            <a:off x="500634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5" name="s07-moe-checkpoint-3:2:174:rect"/>
          <p:cNvSpPr/>
          <p:nvPr/>
        </p:nvSpPr>
        <p:spPr>
          <a:xfrm>
            <a:off x="509320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6" name="s07-moe-checkpoint-3:2:175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7" name="s07-moe-checkpoint-3:2:176:rect"/>
          <p:cNvSpPr/>
          <p:nvPr/>
        </p:nvSpPr>
        <p:spPr>
          <a:xfrm>
            <a:off x="526694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8" name="s07-moe-checkpoint-3:2:177:rect"/>
          <p:cNvSpPr/>
          <p:nvPr/>
        </p:nvSpPr>
        <p:spPr>
          <a:xfrm>
            <a:off x="535381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9" name="s07-moe-checkpoint-3:2:178:rect"/>
          <p:cNvSpPr/>
          <p:nvPr/>
        </p:nvSpPr>
        <p:spPr>
          <a:xfrm>
            <a:off x="544068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0" name="s07-moe-checkpoint-3:2:179:rect"/>
          <p:cNvSpPr/>
          <p:nvPr/>
        </p:nvSpPr>
        <p:spPr>
          <a:xfrm>
            <a:off x="552754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1" name="s07-moe-checkpoint-3:2:180:rect"/>
          <p:cNvSpPr/>
          <p:nvPr/>
        </p:nvSpPr>
        <p:spPr>
          <a:xfrm>
            <a:off x="561441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2" name="s07-moe-checkpoint-3:2:181:rect"/>
          <p:cNvSpPr/>
          <p:nvPr/>
        </p:nvSpPr>
        <p:spPr>
          <a:xfrm>
            <a:off x="570128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3" name="s07-moe-checkpoint-3:2:182:rect"/>
          <p:cNvSpPr/>
          <p:nvPr/>
        </p:nvSpPr>
        <p:spPr>
          <a:xfrm>
            <a:off x="578815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4" name="s07-moe-checkpoint-3:2:183:rect"/>
          <p:cNvSpPr/>
          <p:nvPr/>
        </p:nvSpPr>
        <p:spPr>
          <a:xfrm>
            <a:off x="587502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5" name="s07-moe-checkpoint-3:2:184:rect"/>
          <p:cNvSpPr/>
          <p:nvPr/>
        </p:nvSpPr>
        <p:spPr>
          <a:xfrm>
            <a:off x="596188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6" name="s07-moe-checkpoint-3:2:185:rect"/>
          <p:cNvSpPr/>
          <p:nvPr/>
        </p:nvSpPr>
        <p:spPr>
          <a:xfrm>
            <a:off x="604875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7" name="s07-moe-checkpoint-3:2:186:rect"/>
          <p:cNvSpPr/>
          <p:nvPr/>
        </p:nvSpPr>
        <p:spPr>
          <a:xfrm>
            <a:off x="613562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8" name="s07-moe-checkpoint-3:2:187:rect"/>
          <p:cNvSpPr/>
          <p:nvPr/>
        </p:nvSpPr>
        <p:spPr>
          <a:xfrm>
            <a:off x="622249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9" name="s07-moe-checkpoint-3:2:188:rect"/>
          <p:cNvSpPr/>
          <p:nvPr/>
        </p:nvSpPr>
        <p:spPr>
          <a:xfrm>
            <a:off x="630936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0" name="s07-moe-checkpoint-3:2:189:rect"/>
          <p:cNvSpPr/>
          <p:nvPr/>
        </p:nvSpPr>
        <p:spPr>
          <a:xfrm>
            <a:off x="639622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1" name="s07-moe-checkpoint-3:2:190:rect"/>
          <p:cNvSpPr/>
          <p:nvPr/>
        </p:nvSpPr>
        <p:spPr>
          <a:xfrm>
            <a:off x="648309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2" name="s07-moe-checkpoint-3:2:191:rect"/>
          <p:cNvSpPr/>
          <p:nvPr/>
        </p:nvSpPr>
        <p:spPr>
          <a:xfrm>
            <a:off x="656996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3" name="s07-moe-checkpoint-3:2:192:rect"/>
          <p:cNvSpPr/>
          <p:nvPr/>
        </p:nvSpPr>
        <p:spPr>
          <a:xfrm>
            <a:off x="457200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4" name="s07-moe-checkpoint-3:2:193:rect"/>
          <p:cNvSpPr/>
          <p:nvPr/>
        </p:nvSpPr>
        <p:spPr>
          <a:xfrm>
            <a:off x="465886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5" name="s07-moe-checkpoint-3:2:194:rect"/>
          <p:cNvSpPr/>
          <p:nvPr/>
        </p:nvSpPr>
        <p:spPr>
          <a:xfrm>
            <a:off x="474573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6" name="s07-moe-checkpoint-3:2:195:rect"/>
          <p:cNvSpPr/>
          <p:nvPr/>
        </p:nvSpPr>
        <p:spPr>
          <a:xfrm>
            <a:off x="483260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7" name="s07-moe-checkpoint-3:2:196:rect"/>
          <p:cNvSpPr/>
          <p:nvPr/>
        </p:nvSpPr>
        <p:spPr>
          <a:xfrm>
            <a:off x="491947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8" name="s07-moe-checkpoint-3:2:197:rect"/>
          <p:cNvSpPr/>
          <p:nvPr/>
        </p:nvSpPr>
        <p:spPr>
          <a:xfrm>
            <a:off x="500634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9" name="s07-moe-checkpoint-3:2:198:rect"/>
          <p:cNvSpPr/>
          <p:nvPr/>
        </p:nvSpPr>
        <p:spPr>
          <a:xfrm>
            <a:off x="509320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0" name="s07-moe-checkpoint-3:2:199:rect"/>
          <p:cNvSpPr/>
          <p:nvPr/>
        </p:nvSpPr>
        <p:spPr>
          <a:xfrm>
            <a:off x="518007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1" name="s07-moe-checkpoint-3:2:200:rect"/>
          <p:cNvSpPr/>
          <p:nvPr/>
        </p:nvSpPr>
        <p:spPr>
          <a:xfrm>
            <a:off x="526694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2" name="s07-moe-checkpoint-3:2:201:rect"/>
          <p:cNvSpPr/>
          <p:nvPr/>
        </p:nvSpPr>
        <p:spPr>
          <a:xfrm>
            <a:off x="535381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3" name="s07-moe-checkpoint-3:2:202:rect"/>
          <p:cNvSpPr/>
          <p:nvPr/>
        </p:nvSpPr>
        <p:spPr>
          <a:xfrm>
            <a:off x="544068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4" name="s07-moe-checkpoint-3:2:203:rect"/>
          <p:cNvSpPr/>
          <p:nvPr/>
        </p:nvSpPr>
        <p:spPr>
          <a:xfrm>
            <a:off x="552754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5" name="s07-moe-checkpoint-3:2:204:rect"/>
          <p:cNvSpPr/>
          <p:nvPr/>
        </p:nvSpPr>
        <p:spPr>
          <a:xfrm>
            <a:off x="561441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6" name="s07-moe-checkpoint-3:2:205:rect"/>
          <p:cNvSpPr/>
          <p:nvPr/>
        </p:nvSpPr>
        <p:spPr>
          <a:xfrm>
            <a:off x="570128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7" name="s07-moe-checkpoint-3:2:206:rect"/>
          <p:cNvSpPr/>
          <p:nvPr/>
        </p:nvSpPr>
        <p:spPr>
          <a:xfrm>
            <a:off x="578815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8" name="s07-moe-checkpoint-3:2:207:rect"/>
          <p:cNvSpPr/>
          <p:nvPr/>
        </p:nvSpPr>
        <p:spPr>
          <a:xfrm>
            <a:off x="587502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9" name="s07-moe-checkpoint-3:2:208:rect"/>
          <p:cNvSpPr/>
          <p:nvPr/>
        </p:nvSpPr>
        <p:spPr>
          <a:xfrm>
            <a:off x="596188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0" name="s07-moe-checkpoint-3:2:209:rect"/>
          <p:cNvSpPr/>
          <p:nvPr/>
        </p:nvSpPr>
        <p:spPr>
          <a:xfrm>
            <a:off x="604875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1" name="s07-moe-checkpoint-3:2:210:rect"/>
          <p:cNvSpPr/>
          <p:nvPr/>
        </p:nvSpPr>
        <p:spPr>
          <a:xfrm>
            <a:off x="613562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2" name="s07-moe-checkpoint-3:2:211:rect"/>
          <p:cNvSpPr/>
          <p:nvPr/>
        </p:nvSpPr>
        <p:spPr>
          <a:xfrm>
            <a:off x="622249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3" name="s07-moe-checkpoint-3:2:212:rect"/>
          <p:cNvSpPr/>
          <p:nvPr/>
        </p:nvSpPr>
        <p:spPr>
          <a:xfrm>
            <a:off x="630936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4" name="s07-moe-checkpoint-3:2:213:rect"/>
          <p:cNvSpPr/>
          <p:nvPr/>
        </p:nvSpPr>
        <p:spPr>
          <a:xfrm>
            <a:off x="639622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5" name="s07-moe-checkpoint-3:2:214:rect"/>
          <p:cNvSpPr/>
          <p:nvPr/>
        </p:nvSpPr>
        <p:spPr>
          <a:xfrm>
            <a:off x="648309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6" name="s07-moe-checkpoint-3:2:215:rect"/>
          <p:cNvSpPr/>
          <p:nvPr/>
        </p:nvSpPr>
        <p:spPr>
          <a:xfrm>
            <a:off x="656996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7" name="s07-moe-checkpoint-3:2:216:rect"/>
          <p:cNvSpPr/>
          <p:nvPr/>
        </p:nvSpPr>
        <p:spPr>
          <a:xfrm>
            <a:off x="457200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8" name="s07-moe-checkpoint-3:2:217:rect"/>
          <p:cNvSpPr/>
          <p:nvPr/>
        </p:nvSpPr>
        <p:spPr>
          <a:xfrm>
            <a:off x="465886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9" name="s07-moe-checkpoint-3:2:218:rect"/>
          <p:cNvSpPr/>
          <p:nvPr/>
        </p:nvSpPr>
        <p:spPr>
          <a:xfrm>
            <a:off x="474573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0" name="s07-moe-checkpoint-3:2:219:rect"/>
          <p:cNvSpPr/>
          <p:nvPr/>
        </p:nvSpPr>
        <p:spPr>
          <a:xfrm>
            <a:off x="483260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1" name="s07-moe-checkpoint-3:2:220:rect"/>
          <p:cNvSpPr/>
          <p:nvPr/>
        </p:nvSpPr>
        <p:spPr>
          <a:xfrm>
            <a:off x="491947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2" name="s07-moe-checkpoint-3:2:221:rect"/>
          <p:cNvSpPr/>
          <p:nvPr/>
        </p:nvSpPr>
        <p:spPr>
          <a:xfrm>
            <a:off x="500634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3" name="s07-moe-checkpoint-3:2:222:rect"/>
          <p:cNvSpPr/>
          <p:nvPr/>
        </p:nvSpPr>
        <p:spPr>
          <a:xfrm>
            <a:off x="509320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4" name="s07-moe-checkpoint-3:2:223:rect"/>
          <p:cNvSpPr/>
          <p:nvPr/>
        </p:nvSpPr>
        <p:spPr>
          <a:xfrm>
            <a:off x="518007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5" name="s07-moe-checkpoint-3:2:224:rect"/>
          <p:cNvSpPr/>
          <p:nvPr/>
        </p:nvSpPr>
        <p:spPr>
          <a:xfrm>
            <a:off x="526694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6" name="s07-moe-checkpoint-3:2:225:rect"/>
          <p:cNvSpPr/>
          <p:nvPr/>
        </p:nvSpPr>
        <p:spPr>
          <a:xfrm>
            <a:off x="535381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7" name="s07-moe-checkpoint-3:2:226:rect"/>
          <p:cNvSpPr/>
          <p:nvPr/>
        </p:nvSpPr>
        <p:spPr>
          <a:xfrm>
            <a:off x="544068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8" name="s07-moe-checkpoint-3:2:227:rect"/>
          <p:cNvSpPr/>
          <p:nvPr/>
        </p:nvSpPr>
        <p:spPr>
          <a:xfrm>
            <a:off x="552754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9" name="s07-moe-checkpoint-3:2:228:rect"/>
          <p:cNvSpPr/>
          <p:nvPr/>
        </p:nvSpPr>
        <p:spPr>
          <a:xfrm>
            <a:off x="561441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0" name="s07-moe-checkpoint-3:2:229:rect"/>
          <p:cNvSpPr/>
          <p:nvPr/>
        </p:nvSpPr>
        <p:spPr>
          <a:xfrm>
            <a:off x="570128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1" name="s07-moe-checkpoint-3:2:230:rect"/>
          <p:cNvSpPr/>
          <p:nvPr/>
        </p:nvSpPr>
        <p:spPr>
          <a:xfrm>
            <a:off x="578815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2" name="s07-moe-checkpoint-3:2:231:rect"/>
          <p:cNvSpPr/>
          <p:nvPr/>
        </p:nvSpPr>
        <p:spPr>
          <a:xfrm>
            <a:off x="587502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3" name="s07-moe-checkpoint-3:2:232:rect"/>
          <p:cNvSpPr/>
          <p:nvPr/>
        </p:nvSpPr>
        <p:spPr>
          <a:xfrm>
            <a:off x="596188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4" name="s07-moe-checkpoint-3:2:233:rect"/>
          <p:cNvSpPr/>
          <p:nvPr/>
        </p:nvSpPr>
        <p:spPr>
          <a:xfrm>
            <a:off x="604875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5" name="s07-moe-checkpoint-3:2:234:rect"/>
          <p:cNvSpPr/>
          <p:nvPr/>
        </p:nvSpPr>
        <p:spPr>
          <a:xfrm>
            <a:off x="613562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6" name="s07-moe-checkpoint-3:2:235:rect"/>
          <p:cNvSpPr/>
          <p:nvPr/>
        </p:nvSpPr>
        <p:spPr>
          <a:xfrm>
            <a:off x="622249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7" name="s07-moe-checkpoint-3:2:236:rect"/>
          <p:cNvSpPr/>
          <p:nvPr/>
        </p:nvSpPr>
        <p:spPr>
          <a:xfrm>
            <a:off x="630936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8" name="s07-moe-checkpoint-3:2:237:rect"/>
          <p:cNvSpPr/>
          <p:nvPr/>
        </p:nvSpPr>
        <p:spPr>
          <a:xfrm>
            <a:off x="639622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9" name="s07-moe-checkpoint-3:2:238:rect"/>
          <p:cNvSpPr/>
          <p:nvPr/>
        </p:nvSpPr>
        <p:spPr>
          <a:xfrm>
            <a:off x="648309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0" name="s07-moe-checkpoint-3:2:239:rect"/>
          <p:cNvSpPr/>
          <p:nvPr/>
        </p:nvSpPr>
        <p:spPr>
          <a:xfrm>
            <a:off x="656996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1" name="s07-moe-checkpoint-3:2:240:rect"/>
          <p:cNvSpPr/>
          <p:nvPr/>
        </p:nvSpPr>
        <p:spPr>
          <a:xfrm>
            <a:off x="457200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2" name="s07-moe-checkpoint-3:2:241:rect"/>
          <p:cNvSpPr/>
          <p:nvPr/>
        </p:nvSpPr>
        <p:spPr>
          <a:xfrm>
            <a:off x="465886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3" name="s07-moe-checkpoint-3:2:242:rect"/>
          <p:cNvSpPr/>
          <p:nvPr/>
        </p:nvSpPr>
        <p:spPr>
          <a:xfrm>
            <a:off x="474573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4" name="s07-moe-checkpoint-3:2:243:rect"/>
          <p:cNvSpPr/>
          <p:nvPr/>
        </p:nvSpPr>
        <p:spPr>
          <a:xfrm>
            <a:off x="483260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5" name="s07-moe-checkpoint-3:2:244:rect"/>
          <p:cNvSpPr/>
          <p:nvPr/>
        </p:nvSpPr>
        <p:spPr>
          <a:xfrm>
            <a:off x="491947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6" name="s07-moe-checkpoint-3:2:245:rect"/>
          <p:cNvSpPr/>
          <p:nvPr/>
        </p:nvSpPr>
        <p:spPr>
          <a:xfrm>
            <a:off x="500634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7" name="s07-moe-checkpoint-3:2:246:rect"/>
          <p:cNvSpPr/>
          <p:nvPr/>
        </p:nvSpPr>
        <p:spPr>
          <a:xfrm>
            <a:off x="509320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8" name="s07-moe-checkpoint-3:2:247:rect"/>
          <p:cNvSpPr/>
          <p:nvPr/>
        </p:nvSpPr>
        <p:spPr>
          <a:xfrm>
            <a:off x="518007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9" name="s07-moe-checkpoint-3:2:248:rect"/>
          <p:cNvSpPr/>
          <p:nvPr/>
        </p:nvSpPr>
        <p:spPr>
          <a:xfrm>
            <a:off x="526694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0" name="s07-moe-checkpoint-3:2:249:rect"/>
          <p:cNvSpPr/>
          <p:nvPr/>
        </p:nvSpPr>
        <p:spPr>
          <a:xfrm>
            <a:off x="535381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1" name="s07-moe-checkpoint-3:2:250:rect"/>
          <p:cNvSpPr/>
          <p:nvPr/>
        </p:nvSpPr>
        <p:spPr>
          <a:xfrm>
            <a:off x="544068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2" name="s07-moe-checkpoint-3:2:251:rect"/>
          <p:cNvSpPr/>
          <p:nvPr/>
        </p:nvSpPr>
        <p:spPr>
          <a:xfrm>
            <a:off x="552754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3" name="s07-moe-checkpoint-3:2:252:rect"/>
          <p:cNvSpPr/>
          <p:nvPr/>
        </p:nvSpPr>
        <p:spPr>
          <a:xfrm>
            <a:off x="561441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4" name="s07-moe-checkpoint-3:2:253:rect"/>
          <p:cNvSpPr/>
          <p:nvPr/>
        </p:nvSpPr>
        <p:spPr>
          <a:xfrm>
            <a:off x="570128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5" name="s07-moe-checkpoint-3:2:254:rect"/>
          <p:cNvSpPr/>
          <p:nvPr/>
        </p:nvSpPr>
        <p:spPr>
          <a:xfrm>
            <a:off x="578815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6" name="s07-moe-checkpoint-3:2:255:rect"/>
          <p:cNvSpPr/>
          <p:nvPr/>
        </p:nvSpPr>
        <p:spPr>
          <a:xfrm>
            <a:off x="587502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7" name="s07-moe-checkpoint-3:2:256:rect"/>
          <p:cNvSpPr/>
          <p:nvPr/>
        </p:nvSpPr>
        <p:spPr>
          <a:xfrm>
            <a:off x="596188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8" name="s07-moe-checkpoint-3:2:257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9" name="s07-moe-checkpoint-3:2:258:rect"/>
          <p:cNvSpPr/>
          <p:nvPr/>
        </p:nvSpPr>
        <p:spPr>
          <a:xfrm>
            <a:off x="613562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0" name="s07-moe-checkpoint-3:2:259:rect"/>
          <p:cNvSpPr/>
          <p:nvPr/>
        </p:nvSpPr>
        <p:spPr>
          <a:xfrm>
            <a:off x="622249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1" name="s07-moe-checkpoint-3:2:260:rect"/>
          <p:cNvSpPr/>
          <p:nvPr/>
        </p:nvSpPr>
        <p:spPr>
          <a:xfrm>
            <a:off x="630936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2" name="s07-moe-checkpoint-3:2:261:rect"/>
          <p:cNvSpPr/>
          <p:nvPr/>
        </p:nvSpPr>
        <p:spPr>
          <a:xfrm>
            <a:off x="639622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3" name="s07-moe-checkpoint-3:2:262:rect"/>
          <p:cNvSpPr/>
          <p:nvPr/>
        </p:nvSpPr>
        <p:spPr>
          <a:xfrm>
            <a:off x="648309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4" name="s07-moe-checkpoint-3:2:263:rect"/>
          <p:cNvSpPr/>
          <p:nvPr/>
        </p:nvSpPr>
        <p:spPr>
          <a:xfrm>
            <a:off x="656996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5" name="s07-moe-checkpoint-3:2:264:rect"/>
          <p:cNvSpPr/>
          <p:nvPr/>
        </p:nvSpPr>
        <p:spPr>
          <a:xfrm>
            <a:off x="457200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6" name="s07-moe-checkpoint-3:2:265:rect"/>
          <p:cNvSpPr/>
          <p:nvPr/>
        </p:nvSpPr>
        <p:spPr>
          <a:xfrm>
            <a:off x="465886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7" name="s07-moe-checkpoint-3:2:266:rect"/>
          <p:cNvSpPr/>
          <p:nvPr/>
        </p:nvSpPr>
        <p:spPr>
          <a:xfrm>
            <a:off x="474573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8" name="s07-moe-checkpoint-3:2:267:rect"/>
          <p:cNvSpPr/>
          <p:nvPr/>
        </p:nvSpPr>
        <p:spPr>
          <a:xfrm>
            <a:off x="483260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9" name="s07-moe-checkpoint-3:2:268:rect"/>
          <p:cNvSpPr/>
          <p:nvPr/>
        </p:nvSpPr>
        <p:spPr>
          <a:xfrm>
            <a:off x="491947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0" name="s07-moe-checkpoint-3:2:269:rect"/>
          <p:cNvSpPr/>
          <p:nvPr/>
        </p:nvSpPr>
        <p:spPr>
          <a:xfrm>
            <a:off x="500634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1" name="s07-moe-checkpoint-3:2:270:rect"/>
          <p:cNvSpPr/>
          <p:nvPr/>
        </p:nvSpPr>
        <p:spPr>
          <a:xfrm>
            <a:off x="509320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2" name="s07-moe-checkpoint-3:2:271:rect"/>
          <p:cNvSpPr/>
          <p:nvPr/>
        </p:nvSpPr>
        <p:spPr>
          <a:xfrm>
            <a:off x="518007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3" name="s07-moe-checkpoint-3:2:272:rect"/>
          <p:cNvSpPr/>
          <p:nvPr/>
        </p:nvSpPr>
        <p:spPr>
          <a:xfrm>
            <a:off x="526694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4" name="s07-moe-checkpoint-3:2:273:rect"/>
          <p:cNvSpPr/>
          <p:nvPr/>
        </p:nvSpPr>
        <p:spPr>
          <a:xfrm>
            <a:off x="535381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5" name="s07-moe-checkpoint-3:2:274:rect"/>
          <p:cNvSpPr/>
          <p:nvPr/>
        </p:nvSpPr>
        <p:spPr>
          <a:xfrm>
            <a:off x="544068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6" name="s07-moe-checkpoint-3:2:275:rect"/>
          <p:cNvSpPr/>
          <p:nvPr/>
        </p:nvSpPr>
        <p:spPr>
          <a:xfrm>
            <a:off x="552754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7" name="s07-moe-checkpoint-3:2:276:rect"/>
          <p:cNvSpPr/>
          <p:nvPr/>
        </p:nvSpPr>
        <p:spPr>
          <a:xfrm>
            <a:off x="561441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8" name="s07-moe-checkpoint-3:2:277:rect"/>
          <p:cNvSpPr/>
          <p:nvPr/>
        </p:nvSpPr>
        <p:spPr>
          <a:xfrm>
            <a:off x="570128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9" name="s07-moe-checkpoint-3:2:278:rect"/>
          <p:cNvSpPr/>
          <p:nvPr/>
        </p:nvSpPr>
        <p:spPr>
          <a:xfrm>
            <a:off x="578815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0" name="s07-moe-checkpoint-3:2:279:rect"/>
          <p:cNvSpPr/>
          <p:nvPr/>
        </p:nvSpPr>
        <p:spPr>
          <a:xfrm>
            <a:off x="587502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1" name="s07-moe-checkpoint-3:2:280:rect"/>
          <p:cNvSpPr/>
          <p:nvPr/>
        </p:nvSpPr>
        <p:spPr>
          <a:xfrm>
            <a:off x="596188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2" name="s07-moe-checkpoint-3:2:281:rect"/>
          <p:cNvSpPr/>
          <p:nvPr/>
        </p:nvSpPr>
        <p:spPr>
          <a:xfrm>
            <a:off x="604875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3" name="s07-moe-checkpoint-3:2:282:rect"/>
          <p:cNvSpPr/>
          <p:nvPr/>
        </p:nvSpPr>
        <p:spPr>
          <a:xfrm>
            <a:off x="613562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4" name="s07-moe-checkpoint-3:2:283:rect"/>
          <p:cNvSpPr/>
          <p:nvPr/>
        </p:nvSpPr>
        <p:spPr>
          <a:xfrm>
            <a:off x="622249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5" name="s07-moe-checkpoint-3:2:284:rect"/>
          <p:cNvSpPr/>
          <p:nvPr/>
        </p:nvSpPr>
        <p:spPr>
          <a:xfrm>
            <a:off x="630936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6" name="s07-moe-checkpoint-3:2:285:rect"/>
          <p:cNvSpPr/>
          <p:nvPr/>
        </p:nvSpPr>
        <p:spPr>
          <a:xfrm>
            <a:off x="639622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7" name="s07-moe-checkpoint-3:2:286:rect"/>
          <p:cNvSpPr/>
          <p:nvPr/>
        </p:nvSpPr>
        <p:spPr>
          <a:xfrm>
            <a:off x="648309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8" name="s07-moe-checkpoint-3:2:287:rect"/>
          <p:cNvSpPr/>
          <p:nvPr/>
        </p:nvSpPr>
        <p:spPr>
          <a:xfrm>
            <a:off x="656996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9" name="s07-moe-checkpoint-3:2:288:rect"/>
          <p:cNvSpPr/>
          <p:nvPr/>
        </p:nvSpPr>
        <p:spPr>
          <a:xfrm>
            <a:off x="457200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0" name="s07-moe-checkpoint-3:2:289:rect"/>
          <p:cNvSpPr/>
          <p:nvPr/>
        </p:nvSpPr>
        <p:spPr>
          <a:xfrm>
            <a:off x="465886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1" name="s07-moe-checkpoint-3:2:290:rect"/>
          <p:cNvSpPr/>
          <p:nvPr/>
        </p:nvSpPr>
        <p:spPr>
          <a:xfrm>
            <a:off x="474573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2" name="s07-moe-checkpoint-3:2:291:rect"/>
          <p:cNvSpPr/>
          <p:nvPr/>
        </p:nvSpPr>
        <p:spPr>
          <a:xfrm>
            <a:off x="483260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3" name="s07-moe-checkpoint-3:2:292:rect"/>
          <p:cNvSpPr/>
          <p:nvPr/>
        </p:nvSpPr>
        <p:spPr>
          <a:xfrm>
            <a:off x="491947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4" name="s07-moe-checkpoint-3:2:293:rect"/>
          <p:cNvSpPr/>
          <p:nvPr/>
        </p:nvSpPr>
        <p:spPr>
          <a:xfrm>
            <a:off x="500634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5" name="s07-moe-checkpoint-3:2:294:rect"/>
          <p:cNvSpPr/>
          <p:nvPr/>
        </p:nvSpPr>
        <p:spPr>
          <a:xfrm>
            <a:off x="509320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6" name="s07-moe-checkpoint-3:2:295:rect"/>
          <p:cNvSpPr/>
          <p:nvPr/>
        </p:nvSpPr>
        <p:spPr>
          <a:xfrm>
            <a:off x="518007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7" name="s07-moe-checkpoint-3:2:296:rect"/>
          <p:cNvSpPr/>
          <p:nvPr/>
        </p:nvSpPr>
        <p:spPr>
          <a:xfrm>
            <a:off x="526694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8" name="s07-moe-checkpoint-3:2:297:rect"/>
          <p:cNvSpPr/>
          <p:nvPr/>
        </p:nvSpPr>
        <p:spPr>
          <a:xfrm>
            <a:off x="535381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9" name="s07-moe-checkpoint-3:2:298:rect"/>
          <p:cNvSpPr/>
          <p:nvPr/>
        </p:nvSpPr>
        <p:spPr>
          <a:xfrm>
            <a:off x="544068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0" name="s07-moe-checkpoint-3:2:299:rect"/>
          <p:cNvSpPr/>
          <p:nvPr/>
        </p:nvSpPr>
        <p:spPr>
          <a:xfrm>
            <a:off x="552754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1" name="s07-moe-checkpoint-3:2:300:rect"/>
          <p:cNvSpPr/>
          <p:nvPr/>
        </p:nvSpPr>
        <p:spPr>
          <a:xfrm>
            <a:off x="561441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2" name="s07-moe-checkpoint-3:2:301:rect"/>
          <p:cNvSpPr/>
          <p:nvPr/>
        </p:nvSpPr>
        <p:spPr>
          <a:xfrm>
            <a:off x="570128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3" name="s07-moe-checkpoint-3:2:302:rect"/>
          <p:cNvSpPr/>
          <p:nvPr/>
        </p:nvSpPr>
        <p:spPr>
          <a:xfrm>
            <a:off x="578815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4" name="s07-moe-checkpoint-3:2:303:rect"/>
          <p:cNvSpPr/>
          <p:nvPr/>
        </p:nvSpPr>
        <p:spPr>
          <a:xfrm>
            <a:off x="587502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5" name="s07-moe-checkpoint-3:2:304:rect"/>
          <p:cNvSpPr/>
          <p:nvPr/>
        </p:nvSpPr>
        <p:spPr>
          <a:xfrm>
            <a:off x="596188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6" name="s07-moe-checkpoint-3:2:305:rect"/>
          <p:cNvSpPr/>
          <p:nvPr/>
        </p:nvSpPr>
        <p:spPr>
          <a:xfrm>
            <a:off x="604875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7" name="s07-moe-checkpoint-3:2:306:rect"/>
          <p:cNvSpPr/>
          <p:nvPr/>
        </p:nvSpPr>
        <p:spPr>
          <a:xfrm>
            <a:off x="613562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8" name="s07-moe-checkpoint-3:2:307:rect"/>
          <p:cNvSpPr/>
          <p:nvPr/>
        </p:nvSpPr>
        <p:spPr>
          <a:xfrm>
            <a:off x="622249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9" name="s07-moe-checkpoint-3:2:308:rect"/>
          <p:cNvSpPr/>
          <p:nvPr/>
        </p:nvSpPr>
        <p:spPr>
          <a:xfrm>
            <a:off x="630936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0" name="s07-moe-checkpoint-3:2:309:rect"/>
          <p:cNvSpPr/>
          <p:nvPr/>
        </p:nvSpPr>
        <p:spPr>
          <a:xfrm>
            <a:off x="639622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1" name="s07-moe-checkpoint-3:2:310:rect"/>
          <p:cNvSpPr/>
          <p:nvPr/>
        </p:nvSpPr>
        <p:spPr>
          <a:xfrm>
            <a:off x="648309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2" name="s07-moe-checkpoint-3:2:311:rect"/>
          <p:cNvSpPr/>
          <p:nvPr/>
        </p:nvSpPr>
        <p:spPr>
          <a:xfrm>
            <a:off x="656996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3" name="s07-moe-checkpoint-3:2:312:rect"/>
          <p:cNvSpPr/>
          <p:nvPr/>
        </p:nvSpPr>
        <p:spPr>
          <a:xfrm>
            <a:off x="457200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4" name="s07-moe-checkpoint-3:2:313:rect"/>
          <p:cNvSpPr/>
          <p:nvPr/>
        </p:nvSpPr>
        <p:spPr>
          <a:xfrm>
            <a:off x="465886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5" name="s07-moe-checkpoint-3:2:314:rect"/>
          <p:cNvSpPr/>
          <p:nvPr/>
        </p:nvSpPr>
        <p:spPr>
          <a:xfrm>
            <a:off x="474573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6" name="s07-moe-checkpoint-3:2:315:rect"/>
          <p:cNvSpPr/>
          <p:nvPr/>
        </p:nvSpPr>
        <p:spPr>
          <a:xfrm>
            <a:off x="483260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7" name="s07-moe-checkpoint-3:2:316:rect"/>
          <p:cNvSpPr/>
          <p:nvPr/>
        </p:nvSpPr>
        <p:spPr>
          <a:xfrm>
            <a:off x="491947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8" name="s07-moe-checkpoint-3:2:317:rect"/>
          <p:cNvSpPr/>
          <p:nvPr/>
        </p:nvSpPr>
        <p:spPr>
          <a:xfrm>
            <a:off x="500634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9" name="s07-moe-checkpoint-3:2:318:rect"/>
          <p:cNvSpPr/>
          <p:nvPr/>
        </p:nvSpPr>
        <p:spPr>
          <a:xfrm>
            <a:off x="509320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0" name="s07-moe-checkpoint-3:2:319:rect"/>
          <p:cNvSpPr/>
          <p:nvPr/>
        </p:nvSpPr>
        <p:spPr>
          <a:xfrm>
            <a:off x="518007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1" name="s07-moe-checkpoint-3:2:320:rect"/>
          <p:cNvSpPr/>
          <p:nvPr/>
        </p:nvSpPr>
        <p:spPr>
          <a:xfrm>
            <a:off x="526694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2" name="s07-moe-checkpoint-3:2:321:rect"/>
          <p:cNvSpPr/>
          <p:nvPr/>
        </p:nvSpPr>
        <p:spPr>
          <a:xfrm>
            <a:off x="535381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3" name="s07-moe-checkpoint-3:2:322:rect"/>
          <p:cNvSpPr/>
          <p:nvPr/>
        </p:nvSpPr>
        <p:spPr>
          <a:xfrm>
            <a:off x="544068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4" name="s07-moe-checkpoint-3:2:323:rect"/>
          <p:cNvSpPr/>
          <p:nvPr/>
        </p:nvSpPr>
        <p:spPr>
          <a:xfrm>
            <a:off x="552754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5" name="s07-moe-checkpoint-3:2:324:rect"/>
          <p:cNvSpPr/>
          <p:nvPr/>
        </p:nvSpPr>
        <p:spPr>
          <a:xfrm>
            <a:off x="561441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6" name="s07-moe-checkpoint-3:2:325:rect"/>
          <p:cNvSpPr/>
          <p:nvPr/>
        </p:nvSpPr>
        <p:spPr>
          <a:xfrm>
            <a:off x="570128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7" name="s07-moe-checkpoint-3:2:326:rect"/>
          <p:cNvSpPr/>
          <p:nvPr/>
        </p:nvSpPr>
        <p:spPr>
          <a:xfrm>
            <a:off x="578815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8" name="s07-moe-checkpoint-3:2:327:rect"/>
          <p:cNvSpPr/>
          <p:nvPr/>
        </p:nvSpPr>
        <p:spPr>
          <a:xfrm>
            <a:off x="587502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9" name="s07-moe-checkpoint-3:2:328:rect"/>
          <p:cNvSpPr/>
          <p:nvPr/>
        </p:nvSpPr>
        <p:spPr>
          <a:xfrm>
            <a:off x="596188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0" name="s07-moe-checkpoint-3:2:329:rect"/>
          <p:cNvSpPr/>
          <p:nvPr/>
        </p:nvSpPr>
        <p:spPr>
          <a:xfrm>
            <a:off x="604875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1" name="s07-moe-checkpoint-3:2:330:rect"/>
          <p:cNvSpPr/>
          <p:nvPr/>
        </p:nvSpPr>
        <p:spPr>
          <a:xfrm>
            <a:off x="613562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2" name="s07-moe-checkpoint-3:2:331:rect"/>
          <p:cNvSpPr/>
          <p:nvPr/>
        </p:nvSpPr>
        <p:spPr>
          <a:xfrm>
            <a:off x="622249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3" name="s07-moe-checkpoint-3:2:332:rect"/>
          <p:cNvSpPr/>
          <p:nvPr/>
        </p:nvSpPr>
        <p:spPr>
          <a:xfrm>
            <a:off x="630936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4" name="s07-moe-checkpoint-3:2:333:rect"/>
          <p:cNvSpPr/>
          <p:nvPr/>
        </p:nvSpPr>
        <p:spPr>
          <a:xfrm>
            <a:off x="639622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5" name="s07-moe-checkpoint-3:2:334:rect"/>
          <p:cNvSpPr/>
          <p:nvPr/>
        </p:nvSpPr>
        <p:spPr>
          <a:xfrm>
            <a:off x="648309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6" name="s07-moe-checkpoint-3:2:335:rect"/>
          <p:cNvSpPr/>
          <p:nvPr/>
        </p:nvSpPr>
        <p:spPr>
          <a:xfrm>
            <a:off x="656996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7" name="s07-moe-checkpoint-3:2:336:rect"/>
          <p:cNvSpPr/>
          <p:nvPr/>
        </p:nvSpPr>
        <p:spPr>
          <a:xfrm>
            <a:off x="457200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8" name="s07-moe-checkpoint-3:2:337:rect"/>
          <p:cNvSpPr/>
          <p:nvPr/>
        </p:nvSpPr>
        <p:spPr>
          <a:xfrm>
            <a:off x="465886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9" name="s07-moe-checkpoint-3:2:338:rect"/>
          <p:cNvSpPr/>
          <p:nvPr/>
        </p:nvSpPr>
        <p:spPr>
          <a:xfrm>
            <a:off x="474573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0" name="s07-moe-checkpoint-3:2:339:rect"/>
          <p:cNvSpPr/>
          <p:nvPr/>
        </p:nvSpPr>
        <p:spPr>
          <a:xfrm>
            <a:off x="483260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1" name="s07-moe-checkpoint-3:2:340:rect"/>
          <p:cNvSpPr/>
          <p:nvPr/>
        </p:nvSpPr>
        <p:spPr>
          <a:xfrm>
            <a:off x="491947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2" name="s07-moe-checkpoint-3:2:341:rect"/>
          <p:cNvSpPr/>
          <p:nvPr/>
        </p:nvSpPr>
        <p:spPr>
          <a:xfrm>
            <a:off x="500634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3" name="s07-moe-checkpoint-3:2:342:rect"/>
          <p:cNvSpPr/>
          <p:nvPr/>
        </p:nvSpPr>
        <p:spPr>
          <a:xfrm>
            <a:off x="509320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4" name="s07-moe-checkpoint-3:2:343:rect"/>
          <p:cNvSpPr/>
          <p:nvPr/>
        </p:nvSpPr>
        <p:spPr>
          <a:xfrm>
            <a:off x="518007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5" name="s07-moe-checkpoint-3:2:344:rect"/>
          <p:cNvSpPr/>
          <p:nvPr/>
        </p:nvSpPr>
        <p:spPr>
          <a:xfrm>
            <a:off x="526694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6" name="s07-moe-checkpoint-3:2:345:rect"/>
          <p:cNvSpPr/>
          <p:nvPr/>
        </p:nvSpPr>
        <p:spPr>
          <a:xfrm>
            <a:off x="535381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7" name="s07-moe-checkpoint-3:2:346:rect"/>
          <p:cNvSpPr/>
          <p:nvPr/>
        </p:nvSpPr>
        <p:spPr>
          <a:xfrm>
            <a:off x="544068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8" name="s07-moe-checkpoint-3:2:347:rect"/>
          <p:cNvSpPr/>
          <p:nvPr/>
        </p:nvSpPr>
        <p:spPr>
          <a:xfrm>
            <a:off x="552754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9" name="s07-moe-checkpoint-3:2:348:rect"/>
          <p:cNvSpPr/>
          <p:nvPr/>
        </p:nvSpPr>
        <p:spPr>
          <a:xfrm>
            <a:off x="561441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0" name="s07-moe-checkpoint-3:2:349:rect"/>
          <p:cNvSpPr/>
          <p:nvPr/>
        </p:nvSpPr>
        <p:spPr>
          <a:xfrm>
            <a:off x="570128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1" name="s07-moe-checkpoint-3:2:350:rect"/>
          <p:cNvSpPr/>
          <p:nvPr/>
        </p:nvSpPr>
        <p:spPr>
          <a:xfrm>
            <a:off x="578815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2" name="s07-moe-checkpoint-3:2:351:rect"/>
          <p:cNvSpPr/>
          <p:nvPr/>
        </p:nvSpPr>
        <p:spPr>
          <a:xfrm>
            <a:off x="587502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3" name="s07-moe-checkpoint-3:2:352:rect"/>
          <p:cNvSpPr/>
          <p:nvPr/>
        </p:nvSpPr>
        <p:spPr>
          <a:xfrm>
            <a:off x="596188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4" name="s07-moe-checkpoint-3:2:353:rect"/>
          <p:cNvSpPr/>
          <p:nvPr/>
        </p:nvSpPr>
        <p:spPr>
          <a:xfrm>
            <a:off x="604875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5" name="s07-moe-checkpoint-3:2:354:rect"/>
          <p:cNvSpPr/>
          <p:nvPr/>
        </p:nvSpPr>
        <p:spPr>
          <a:xfrm>
            <a:off x="613562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6" name="s07-moe-checkpoint-3:2:355:rect"/>
          <p:cNvSpPr/>
          <p:nvPr/>
        </p:nvSpPr>
        <p:spPr>
          <a:xfrm>
            <a:off x="622249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7" name="s07-moe-checkpoint-3:2:356:rect"/>
          <p:cNvSpPr/>
          <p:nvPr/>
        </p:nvSpPr>
        <p:spPr>
          <a:xfrm>
            <a:off x="630936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8" name="s07-moe-checkpoint-3:2:357:rect"/>
          <p:cNvSpPr/>
          <p:nvPr/>
        </p:nvSpPr>
        <p:spPr>
          <a:xfrm>
            <a:off x="639622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9" name="s07-moe-checkpoint-3:2:358:rect"/>
          <p:cNvSpPr/>
          <p:nvPr/>
        </p:nvSpPr>
        <p:spPr>
          <a:xfrm>
            <a:off x="648309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0" name="s07-moe-checkpoint-3:2:359:rect"/>
          <p:cNvSpPr/>
          <p:nvPr/>
        </p:nvSpPr>
        <p:spPr>
          <a:xfrm>
            <a:off x="656996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1" name="s07-moe-checkpoint-3:2:360:rect"/>
          <p:cNvSpPr/>
          <p:nvPr/>
        </p:nvSpPr>
        <p:spPr>
          <a:xfrm>
            <a:off x="457200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2" name="s07-moe-checkpoint-3:2:361:rect"/>
          <p:cNvSpPr/>
          <p:nvPr/>
        </p:nvSpPr>
        <p:spPr>
          <a:xfrm>
            <a:off x="465886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3" name="s07-moe-checkpoint-3:2:362:rect"/>
          <p:cNvSpPr/>
          <p:nvPr/>
        </p:nvSpPr>
        <p:spPr>
          <a:xfrm>
            <a:off x="474573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4" name="s07-moe-checkpoint-3:2:363:rect"/>
          <p:cNvSpPr/>
          <p:nvPr/>
        </p:nvSpPr>
        <p:spPr>
          <a:xfrm>
            <a:off x="483260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5" name="s07-moe-checkpoint-3:2:364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6" name="s07-moe-checkpoint-3:2:365:rect"/>
          <p:cNvSpPr/>
          <p:nvPr/>
        </p:nvSpPr>
        <p:spPr>
          <a:xfrm>
            <a:off x="500634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7" name="s07-moe-checkpoint-3:2:366:rect"/>
          <p:cNvSpPr/>
          <p:nvPr/>
        </p:nvSpPr>
        <p:spPr>
          <a:xfrm>
            <a:off x="509320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8" name="s07-moe-checkpoint-3:2:367:rect"/>
          <p:cNvSpPr/>
          <p:nvPr/>
        </p:nvSpPr>
        <p:spPr>
          <a:xfrm>
            <a:off x="518007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9" name="s07-moe-checkpoint-3:2:368:rect"/>
          <p:cNvSpPr/>
          <p:nvPr/>
        </p:nvSpPr>
        <p:spPr>
          <a:xfrm>
            <a:off x="526694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0" name="s07-moe-checkpoint-3:2:369:rect"/>
          <p:cNvSpPr/>
          <p:nvPr/>
        </p:nvSpPr>
        <p:spPr>
          <a:xfrm>
            <a:off x="535381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1" name="s07-moe-checkpoint-3:2:370:rect"/>
          <p:cNvSpPr/>
          <p:nvPr/>
        </p:nvSpPr>
        <p:spPr>
          <a:xfrm>
            <a:off x="544068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2" name="s07-moe-checkpoint-3:2:371:rect"/>
          <p:cNvSpPr/>
          <p:nvPr/>
        </p:nvSpPr>
        <p:spPr>
          <a:xfrm>
            <a:off x="552754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3" name="s07-moe-checkpoint-3:2:372:rect"/>
          <p:cNvSpPr/>
          <p:nvPr/>
        </p:nvSpPr>
        <p:spPr>
          <a:xfrm>
            <a:off x="561441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4" name="s07-moe-checkpoint-3:2:373:rect"/>
          <p:cNvSpPr/>
          <p:nvPr/>
        </p:nvSpPr>
        <p:spPr>
          <a:xfrm>
            <a:off x="570128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5" name="s07-moe-checkpoint-3:2:374:rect"/>
          <p:cNvSpPr/>
          <p:nvPr/>
        </p:nvSpPr>
        <p:spPr>
          <a:xfrm>
            <a:off x="578815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6" name="s07-moe-checkpoint-3:2:375:rect"/>
          <p:cNvSpPr/>
          <p:nvPr/>
        </p:nvSpPr>
        <p:spPr>
          <a:xfrm>
            <a:off x="587502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7" name="s07-moe-checkpoint-3:2:376:rect"/>
          <p:cNvSpPr/>
          <p:nvPr/>
        </p:nvSpPr>
        <p:spPr>
          <a:xfrm>
            <a:off x="596188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8" name="s07-moe-checkpoint-3:2:377:rect"/>
          <p:cNvSpPr/>
          <p:nvPr/>
        </p:nvSpPr>
        <p:spPr>
          <a:xfrm>
            <a:off x="604875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9" name="s07-moe-checkpoint-3:2:378:rect"/>
          <p:cNvSpPr/>
          <p:nvPr/>
        </p:nvSpPr>
        <p:spPr>
          <a:xfrm>
            <a:off x="613562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0" name="s07-moe-checkpoint-3:2:379:rect"/>
          <p:cNvSpPr/>
          <p:nvPr/>
        </p:nvSpPr>
        <p:spPr>
          <a:xfrm>
            <a:off x="622249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1" name="s07-moe-checkpoint-3:2:380:rect"/>
          <p:cNvSpPr/>
          <p:nvPr/>
        </p:nvSpPr>
        <p:spPr>
          <a:xfrm>
            <a:off x="630936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2" name="s07-moe-checkpoint-3:2:381:rect"/>
          <p:cNvSpPr/>
          <p:nvPr/>
        </p:nvSpPr>
        <p:spPr>
          <a:xfrm>
            <a:off x="639622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3" name="s07-moe-checkpoint-3:2:382:rect"/>
          <p:cNvSpPr/>
          <p:nvPr/>
        </p:nvSpPr>
        <p:spPr>
          <a:xfrm>
            <a:off x="648309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4" name="s07-moe-checkpoint-3:2:383:rect"/>
          <p:cNvSpPr/>
          <p:nvPr/>
        </p:nvSpPr>
        <p:spPr>
          <a:xfrm>
            <a:off x="656996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5" name="s07-moe-checkpoint-3:2:384:rect"/>
          <p:cNvSpPr/>
          <p:nvPr/>
        </p:nvSpPr>
        <p:spPr>
          <a:xfrm>
            <a:off x="457200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6" name="s07-moe-checkpoint-3:2:385:rect"/>
          <p:cNvSpPr/>
          <p:nvPr/>
        </p:nvSpPr>
        <p:spPr>
          <a:xfrm>
            <a:off x="465886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7" name="s07-moe-checkpoint-3:2:386:rect"/>
          <p:cNvSpPr/>
          <p:nvPr/>
        </p:nvSpPr>
        <p:spPr>
          <a:xfrm>
            <a:off x="474573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8" name="s07-moe-checkpoint-3:2:387:rect"/>
          <p:cNvSpPr/>
          <p:nvPr/>
        </p:nvSpPr>
        <p:spPr>
          <a:xfrm>
            <a:off x="483260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9" name="s07-moe-checkpoint-3:2:388:rect"/>
          <p:cNvSpPr/>
          <p:nvPr/>
        </p:nvSpPr>
        <p:spPr>
          <a:xfrm>
            <a:off x="491947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0" name="s07-moe-checkpoint-3:2:389:rect"/>
          <p:cNvSpPr/>
          <p:nvPr/>
        </p:nvSpPr>
        <p:spPr>
          <a:xfrm>
            <a:off x="500634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1" name="s07-moe-checkpoint-3:2:390:rect"/>
          <p:cNvSpPr/>
          <p:nvPr/>
        </p:nvSpPr>
        <p:spPr>
          <a:xfrm>
            <a:off x="509320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2" name="s07-moe-checkpoint-3:2:391:rect"/>
          <p:cNvSpPr/>
          <p:nvPr/>
        </p:nvSpPr>
        <p:spPr>
          <a:xfrm>
            <a:off x="518007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3" name="s07-moe-checkpoint-3:2:392:rect"/>
          <p:cNvSpPr/>
          <p:nvPr/>
        </p:nvSpPr>
        <p:spPr>
          <a:xfrm>
            <a:off x="526694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4" name="s07-moe-checkpoint-3:2:393:rect"/>
          <p:cNvSpPr/>
          <p:nvPr/>
        </p:nvSpPr>
        <p:spPr>
          <a:xfrm>
            <a:off x="535381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5" name="s07-moe-checkpoint-3:2:394:rect"/>
          <p:cNvSpPr/>
          <p:nvPr/>
        </p:nvSpPr>
        <p:spPr>
          <a:xfrm>
            <a:off x="544068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6" name="s07-moe-checkpoint-3:2:395:rect"/>
          <p:cNvSpPr/>
          <p:nvPr/>
        </p:nvSpPr>
        <p:spPr>
          <a:xfrm>
            <a:off x="552754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7" name="s07-moe-checkpoint-3:2:396:rect"/>
          <p:cNvSpPr/>
          <p:nvPr/>
        </p:nvSpPr>
        <p:spPr>
          <a:xfrm>
            <a:off x="561441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8" name="s07-moe-checkpoint-3:2:397:rect"/>
          <p:cNvSpPr/>
          <p:nvPr/>
        </p:nvSpPr>
        <p:spPr>
          <a:xfrm>
            <a:off x="570128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9" name="s07-moe-checkpoint-3:2:398:rect"/>
          <p:cNvSpPr/>
          <p:nvPr/>
        </p:nvSpPr>
        <p:spPr>
          <a:xfrm>
            <a:off x="578815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0" name="s07-moe-checkpoint-3:2:399:rect"/>
          <p:cNvSpPr/>
          <p:nvPr/>
        </p:nvSpPr>
        <p:spPr>
          <a:xfrm>
            <a:off x="587502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1" name="s07-moe-checkpoint-3:2:400:rect"/>
          <p:cNvSpPr/>
          <p:nvPr/>
        </p:nvSpPr>
        <p:spPr>
          <a:xfrm>
            <a:off x="596188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2" name="s07-moe-checkpoint-3:2:401:rect"/>
          <p:cNvSpPr/>
          <p:nvPr/>
        </p:nvSpPr>
        <p:spPr>
          <a:xfrm>
            <a:off x="604875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3" name="s07-moe-checkpoint-3:2:402:rect"/>
          <p:cNvSpPr/>
          <p:nvPr/>
        </p:nvSpPr>
        <p:spPr>
          <a:xfrm>
            <a:off x="613562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4" name="s07-moe-checkpoint-3:2:403:rect"/>
          <p:cNvSpPr/>
          <p:nvPr/>
        </p:nvSpPr>
        <p:spPr>
          <a:xfrm>
            <a:off x="622249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5" name="s07-moe-checkpoint-3:2:404:rect"/>
          <p:cNvSpPr/>
          <p:nvPr/>
        </p:nvSpPr>
        <p:spPr>
          <a:xfrm>
            <a:off x="630936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6" name="s07-moe-checkpoint-3:2:405:rect"/>
          <p:cNvSpPr/>
          <p:nvPr/>
        </p:nvSpPr>
        <p:spPr>
          <a:xfrm>
            <a:off x="639622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7" name="s07-moe-checkpoint-3:2:406:rect"/>
          <p:cNvSpPr/>
          <p:nvPr/>
        </p:nvSpPr>
        <p:spPr>
          <a:xfrm>
            <a:off x="648309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8" name="s07-moe-checkpoint-3:2:407:rect"/>
          <p:cNvSpPr/>
          <p:nvPr/>
        </p:nvSpPr>
        <p:spPr>
          <a:xfrm>
            <a:off x="656996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9" name="s07-moe-checkpoint-3:2:408:text"/>
          <p:cNvSpPr/>
          <p:nvPr/>
        </p:nvSpPr>
        <p:spPr>
          <a:xfrm>
            <a:off x="457200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 Routed Experts · 评分示意</a:t>
            </a:r>
            <a:endParaRPr lang="en-US" sz="1350" dirty="0"/>
          </a:p>
        </p:txBody>
      </p:sp>
      <p:sp>
        <p:nvSpPr>
          <p:cNvPr id="410" name="s07-moe-checkpoint-3:2:409:text"/>
          <p:cNvSpPr/>
          <p:nvPr/>
        </p:nvSpPr>
        <p:spPr>
          <a:xfrm>
            <a:off x="7315200" y="2423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 · 0.91 · …</a:t>
            </a:r>
            <a:endParaRPr lang="en-US" sz="1300" dirty="0"/>
          </a:p>
        </p:txBody>
      </p:sp>
      <p:sp>
        <p:nvSpPr>
          <p:cNvPr id="411" name="s07-moe-checkpoint-3:3:410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2" name="s07-moe-checkpoint-3:3:411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3" name="s07-moe-checkpoint-3:3:4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4" name="s07-moe-checkpoint-3:3:413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5" name="s07-moe-checkpoint-3:3:414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6" name="s07-moe-checkpoint-3:3:415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7" name="s07-moe-checkpoint-3:3:416:text"/>
          <p:cNvSpPr/>
          <p:nvPr/>
        </p:nvSpPr>
        <p:spPr>
          <a:xfrm>
            <a:off x="7543800" y="2990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Top-6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-moe-checkpoint-4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一.6 MoE 与 Dense | Visual QA · Click 4/6</a:t>
            </a:r>
            <a:endParaRPr lang="en-US" sz="1050" dirty="0"/>
          </a:p>
        </p:txBody>
      </p:sp>
      <p:sp>
        <p:nvSpPr>
          <p:cNvPr id="3" name="s07-moe-checkpoint-4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使用同一组 FFN；MoE 选择执行路径</a:t>
            </a:r>
            <a:endParaRPr lang="en-US" sz="2700" dirty="0"/>
          </a:p>
        </p:txBody>
      </p:sp>
      <p:sp>
        <p:nvSpPr>
          <p:cNvPr id="4" name="s07-moe-checkpoint-4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7-moe-checkpoint-4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7-moe-checkpoint-4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7-moe-checkpoint-4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7-moe-checkpoint-4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7-moe-checkpoint-4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7-moe-checkpoint-4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22</a:t>
            </a:r>
            <a:endParaRPr lang="en-US" sz="1050" dirty="0"/>
          </a:p>
        </p:txBody>
      </p:sp>
      <p:sp>
        <p:nvSpPr>
          <p:cNvPr id="11" name="s07-moe-checkpoint-4:0:10:text"/>
          <p:cNvSpPr/>
          <p:nvPr/>
        </p:nvSpPr>
        <p:spPr>
          <a:xfrm>
            <a:off x="457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FFN</a:t>
            </a:r>
            <a:endParaRPr lang="en-US" sz="1900" dirty="0"/>
          </a:p>
        </p:txBody>
      </p:sp>
      <p:sp>
        <p:nvSpPr>
          <p:cNvPr id="12" name="s07-moe-checkpoint-4:0:11:rect"/>
          <p:cNvSpPr/>
          <p:nvPr/>
        </p:nvSpPr>
        <p:spPr>
          <a:xfrm>
            <a:off x="502920" y="2011680"/>
            <a:ext cx="82296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07-moe-checkpoint-4:0:12:text"/>
          <p:cNvSpPr/>
          <p:nvPr/>
        </p:nvSpPr>
        <p:spPr>
          <a:xfrm>
            <a:off x="576072" y="20574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500" dirty="0"/>
          </a:p>
        </p:txBody>
      </p:sp>
      <p:sp>
        <p:nvSpPr>
          <p:cNvPr id="14" name="s07-moe-checkpoint-4:0:13:line"/>
          <p:cNvSpPr/>
          <p:nvPr/>
        </p:nvSpPr>
        <p:spPr>
          <a:xfrm>
            <a:off x="1371600" y="2240280"/>
            <a:ext cx="2743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5" name="s07-moe-checkpoint-4:0:14:rect"/>
          <p:cNvSpPr/>
          <p:nvPr/>
        </p:nvSpPr>
        <p:spPr>
          <a:xfrm>
            <a:off x="1737360" y="1920240"/>
            <a:ext cx="201168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07-moe-checkpoint-4:0:15:text"/>
          <p:cNvSpPr/>
          <p:nvPr/>
        </p:nvSpPr>
        <p:spPr>
          <a:xfrm>
            <a:off x="1810512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FFN</a:t>
            </a:r>
            <a:endParaRPr lang="en-US" sz="1800" dirty="0"/>
          </a:p>
        </p:txBody>
      </p:sp>
      <p:sp>
        <p:nvSpPr>
          <p:cNvPr id="17" name="s07-moe-checkpoint-4:0:16:text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所有输入使用同一组权重</a:t>
            </a:r>
            <a:endParaRPr lang="en-US" sz="1700" dirty="0"/>
          </a:p>
        </p:txBody>
      </p:sp>
      <p:sp>
        <p:nvSpPr>
          <p:cNvPr id="18" name="s07-moe-checkpoint-4:0:17:line"/>
          <p:cNvSpPr/>
          <p:nvPr/>
        </p:nvSpPr>
        <p:spPr>
          <a:xfrm>
            <a:off x="4069080" y="1463040"/>
            <a:ext cx="914" cy="2971800"/>
          </a:xfrm>
          <a:prstGeom prst="line">
            <a:avLst/>
          </a:prstGeom>
          <a:noFill/>
          <a:ln w="12700">
            <a:solidFill>
              <a:srgbClr val="CED8E6"/>
            </a:solidFill>
            <a:prstDash val="solid"/>
          </a:ln>
        </p:spPr>
      </p:sp>
      <p:sp>
        <p:nvSpPr>
          <p:cNvPr id="19" name="s07-moe-checkpoint-4:0:18:text"/>
          <p:cNvSpPr/>
          <p:nvPr/>
        </p:nvSpPr>
        <p:spPr>
          <a:xfrm>
            <a:off x="429768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Mixture of Experts</a:t>
            </a:r>
            <a:endParaRPr lang="en-US" sz="1900" dirty="0"/>
          </a:p>
        </p:txBody>
      </p:sp>
      <p:sp>
        <p:nvSpPr>
          <p:cNvPr id="20" name="s07-moe-checkpoint-4:1:19:rect"/>
          <p:cNvSpPr/>
          <p:nvPr/>
        </p:nvSpPr>
        <p:spPr>
          <a:xfrm>
            <a:off x="4343400" y="1938528"/>
            <a:ext cx="100584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07-moe-checkpoint-4:1:20:text"/>
          <p:cNvSpPr/>
          <p:nvPr/>
        </p:nvSpPr>
        <p:spPr>
          <a:xfrm>
            <a:off x="4416552" y="198424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600" dirty="0"/>
          </a:p>
        </p:txBody>
      </p:sp>
      <p:sp>
        <p:nvSpPr>
          <p:cNvPr id="22" name="s07-moe-checkpoint-4:1:21:line"/>
          <p:cNvSpPr/>
          <p:nvPr/>
        </p:nvSpPr>
        <p:spPr>
          <a:xfrm>
            <a:off x="5440680" y="2167128"/>
            <a:ext cx="27432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07-moe-checkpoint-4:1:22:rect"/>
          <p:cNvSpPr/>
          <p:nvPr/>
        </p:nvSpPr>
        <p:spPr>
          <a:xfrm>
            <a:off x="5806440" y="1938528"/>
            <a:ext cx="1280160" cy="4572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07-moe-checkpoint-4:1:23:text"/>
          <p:cNvSpPr/>
          <p:nvPr/>
        </p:nvSpPr>
        <p:spPr>
          <a:xfrm>
            <a:off x="5879592" y="198424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1700" dirty="0"/>
          </a:p>
        </p:txBody>
      </p:sp>
      <p:sp>
        <p:nvSpPr>
          <p:cNvPr id="25" name="s07-moe-checkpoint-4:2:24:rect"/>
          <p:cNvSpPr/>
          <p:nvPr/>
        </p:nvSpPr>
        <p:spPr>
          <a:xfrm>
            <a:off x="457200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" name="s07-moe-checkpoint-4:2:25:rect"/>
          <p:cNvSpPr/>
          <p:nvPr/>
        </p:nvSpPr>
        <p:spPr>
          <a:xfrm>
            <a:off x="465886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07-moe-checkpoint-4:2:26:rect"/>
          <p:cNvSpPr/>
          <p:nvPr/>
        </p:nvSpPr>
        <p:spPr>
          <a:xfrm>
            <a:off x="474573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" name="s07-moe-checkpoint-4:2:27:rect"/>
          <p:cNvSpPr/>
          <p:nvPr/>
        </p:nvSpPr>
        <p:spPr>
          <a:xfrm>
            <a:off x="483260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" name="s07-moe-checkpoint-4:2:28:rect"/>
          <p:cNvSpPr/>
          <p:nvPr/>
        </p:nvSpPr>
        <p:spPr>
          <a:xfrm>
            <a:off x="491947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" name="s07-moe-checkpoint-4:2:29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" name="s07-moe-checkpoint-4:2:30:rect"/>
          <p:cNvSpPr/>
          <p:nvPr/>
        </p:nvSpPr>
        <p:spPr>
          <a:xfrm>
            <a:off x="509320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" name="s07-moe-checkpoint-4:2:31:rect"/>
          <p:cNvSpPr/>
          <p:nvPr/>
        </p:nvSpPr>
        <p:spPr>
          <a:xfrm>
            <a:off x="518007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" name="s07-moe-checkpoint-4:2:32:rect"/>
          <p:cNvSpPr/>
          <p:nvPr/>
        </p:nvSpPr>
        <p:spPr>
          <a:xfrm>
            <a:off x="526694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" name="s07-moe-checkpoint-4:2:33:rect"/>
          <p:cNvSpPr/>
          <p:nvPr/>
        </p:nvSpPr>
        <p:spPr>
          <a:xfrm>
            <a:off x="535381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" name="s07-moe-checkpoint-4:2:34:rect"/>
          <p:cNvSpPr/>
          <p:nvPr/>
        </p:nvSpPr>
        <p:spPr>
          <a:xfrm>
            <a:off x="544068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" name="s07-moe-checkpoint-4:2:35:rect"/>
          <p:cNvSpPr/>
          <p:nvPr/>
        </p:nvSpPr>
        <p:spPr>
          <a:xfrm>
            <a:off x="552754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" name="s07-moe-checkpoint-4:2:36:rect"/>
          <p:cNvSpPr/>
          <p:nvPr/>
        </p:nvSpPr>
        <p:spPr>
          <a:xfrm>
            <a:off x="561441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" name="s07-moe-checkpoint-4:2:37:rect"/>
          <p:cNvSpPr/>
          <p:nvPr/>
        </p:nvSpPr>
        <p:spPr>
          <a:xfrm>
            <a:off x="570128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" name="s07-moe-checkpoint-4:2:38:rect"/>
          <p:cNvSpPr/>
          <p:nvPr/>
        </p:nvSpPr>
        <p:spPr>
          <a:xfrm>
            <a:off x="578815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" name="s07-moe-checkpoint-4:2:39:rect"/>
          <p:cNvSpPr/>
          <p:nvPr/>
        </p:nvSpPr>
        <p:spPr>
          <a:xfrm>
            <a:off x="587502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" name="s07-moe-checkpoint-4:2:40:rect"/>
          <p:cNvSpPr/>
          <p:nvPr/>
        </p:nvSpPr>
        <p:spPr>
          <a:xfrm>
            <a:off x="596188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" name="s07-moe-checkpoint-4:2:41:rect"/>
          <p:cNvSpPr/>
          <p:nvPr/>
        </p:nvSpPr>
        <p:spPr>
          <a:xfrm>
            <a:off x="604875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" name="s07-moe-checkpoint-4:2:42:rect"/>
          <p:cNvSpPr/>
          <p:nvPr/>
        </p:nvSpPr>
        <p:spPr>
          <a:xfrm>
            <a:off x="613562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" name="s07-moe-checkpoint-4:2:43:rect"/>
          <p:cNvSpPr/>
          <p:nvPr/>
        </p:nvSpPr>
        <p:spPr>
          <a:xfrm>
            <a:off x="622249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" name="s07-moe-checkpoint-4:2:44:rect"/>
          <p:cNvSpPr/>
          <p:nvPr/>
        </p:nvSpPr>
        <p:spPr>
          <a:xfrm>
            <a:off x="630936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" name="s07-moe-checkpoint-4:2:45:rect"/>
          <p:cNvSpPr/>
          <p:nvPr/>
        </p:nvSpPr>
        <p:spPr>
          <a:xfrm>
            <a:off x="639622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" name="s07-moe-checkpoint-4:2:46:rect"/>
          <p:cNvSpPr/>
          <p:nvPr/>
        </p:nvSpPr>
        <p:spPr>
          <a:xfrm>
            <a:off x="648309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" name="s07-moe-checkpoint-4:2:47:rect"/>
          <p:cNvSpPr/>
          <p:nvPr/>
        </p:nvSpPr>
        <p:spPr>
          <a:xfrm>
            <a:off x="656996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" name="s07-moe-checkpoint-4:2:48:rect"/>
          <p:cNvSpPr/>
          <p:nvPr/>
        </p:nvSpPr>
        <p:spPr>
          <a:xfrm>
            <a:off x="457200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" name="s07-moe-checkpoint-4:2:49:rect"/>
          <p:cNvSpPr/>
          <p:nvPr/>
        </p:nvSpPr>
        <p:spPr>
          <a:xfrm>
            <a:off x="465886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" name="s07-moe-checkpoint-4:2:50:rect"/>
          <p:cNvSpPr/>
          <p:nvPr/>
        </p:nvSpPr>
        <p:spPr>
          <a:xfrm>
            <a:off x="474573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" name="s07-moe-checkpoint-4:2:51:rect"/>
          <p:cNvSpPr/>
          <p:nvPr/>
        </p:nvSpPr>
        <p:spPr>
          <a:xfrm>
            <a:off x="483260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" name="s07-moe-checkpoint-4:2:52:rect"/>
          <p:cNvSpPr/>
          <p:nvPr/>
        </p:nvSpPr>
        <p:spPr>
          <a:xfrm>
            <a:off x="491947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" name="s07-moe-checkpoint-4:2:53:rect"/>
          <p:cNvSpPr/>
          <p:nvPr/>
        </p:nvSpPr>
        <p:spPr>
          <a:xfrm>
            <a:off x="500634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" name="s07-moe-checkpoint-4:2:54:rect"/>
          <p:cNvSpPr/>
          <p:nvPr/>
        </p:nvSpPr>
        <p:spPr>
          <a:xfrm>
            <a:off x="509320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" name="s07-moe-checkpoint-4:2:55:rect"/>
          <p:cNvSpPr/>
          <p:nvPr/>
        </p:nvSpPr>
        <p:spPr>
          <a:xfrm>
            <a:off x="518007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" name="s07-moe-checkpoint-4:2:56:rect"/>
          <p:cNvSpPr/>
          <p:nvPr/>
        </p:nvSpPr>
        <p:spPr>
          <a:xfrm>
            <a:off x="526694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" name="s07-moe-checkpoint-4:2:57:rect"/>
          <p:cNvSpPr/>
          <p:nvPr/>
        </p:nvSpPr>
        <p:spPr>
          <a:xfrm>
            <a:off x="535381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" name="s07-moe-checkpoint-4:2:58:rect"/>
          <p:cNvSpPr/>
          <p:nvPr/>
        </p:nvSpPr>
        <p:spPr>
          <a:xfrm>
            <a:off x="544068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" name="s07-moe-checkpoint-4:2:59:rect"/>
          <p:cNvSpPr/>
          <p:nvPr/>
        </p:nvSpPr>
        <p:spPr>
          <a:xfrm>
            <a:off x="552754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" name="s07-moe-checkpoint-4:2:60:rect"/>
          <p:cNvSpPr/>
          <p:nvPr/>
        </p:nvSpPr>
        <p:spPr>
          <a:xfrm>
            <a:off x="561441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" name="s07-moe-checkpoint-4:2:61:rect"/>
          <p:cNvSpPr/>
          <p:nvPr/>
        </p:nvSpPr>
        <p:spPr>
          <a:xfrm>
            <a:off x="570128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" name="s07-moe-checkpoint-4:2:62:rect"/>
          <p:cNvSpPr/>
          <p:nvPr/>
        </p:nvSpPr>
        <p:spPr>
          <a:xfrm>
            <a:off x="578815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" name="s07-moe-checkpoint-4:2:63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" name="s07-moe-checkpoint-4:2:64:rect"/>
          <p:cNvSpPr/>
          <p:nvPr/>
        </p:nvSpPr>
        <p:spPr>
          <a:xfrm>
            <a:off x="596188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" name="s07-moe-checkpoint-4:2:65:rect"/>
          <p:cNvSpPr/>
          <p:nvPr/>
        </p:nvSpPr>
        <p:spPr>
          <a:xfrm>
            <a:off x="604875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" name="s07-moe-checkpoint-4:2:66:rect"/>
          <p:cNvSpPr/>
          <p:nvPr/>
        </p:nvSpPr>
        <p:spPr>
          <a:xfrm>
            <a:off x="613562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" name="s07-moe-checkpoint-4:2:67:rect"/>
          <p:cNvSpPr/>
          <p:nvPr/>
        </p:nvSpPr>
        <p:spPr>
          <a:xfrm>
            <a:off x="622249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" name="s07-moe-checkpoint-4:2:68:rect"/>
          <p:cNvSpPr/>
          <p:nvPr/>
        </p:nvSpPr>
        <p:spPr>
          <a:xfrm>
            <a:off x="630936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" name="s07-moe-checkpoint-4:2:69:rect"/>
          <p:cNvSpPr/>
          <p:nvPr/>
        </p:nvSpPr>
        <p:spPr>
          <a:xfrm>
            <a:off x="639622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" name="s07-moe-checkpoint-4:2:70:rect"/>
          <p:cNvSpPr/>
          <p:nvPr/>
        </p:nvSpPr>
        <p:spPr>
          <a:xfrm>
            <a:off x="648309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" name="s07-moe-checkpoint-4:2:71:rect"/>
          <p:cNvSpPr/>
          <p:nvPr/>
        </p:nvSpPr>
        <p:spPr>
          <a:xfrm>
            <a:off x="656996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" name="s07-moe-checkpoint-4:2:72:rect"/>
          <p:cNvSpPr/>
          <p:nvPr/>
        </p:nvSpPr>
        <p:spPr>
          <a:xfrm>
            <a:off x="457200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" name="s07-moe-checkpoint-4:2:73:rect"/>
          <p:cNvSpPr/>
          <p:nvPr/>
        </p:nvSpPr>
        <p:spPr>
          <a:xfrm>
            <a:off x="465886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" name="s07-moe-checkpoint-4:2:74:rect"/>
          <p:cNvSpPr/>
          <p:nvPr/>
        </p:nvSpPr>
        <p:spPr>
          <a:xfrm>
            <a:off x="474573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" name="s07-moe-checkpoint-4:2:75:rect"/>
          <p:cNvSpPr/>
          <p:nvPr/>
        </p:nvSpPr>
        <p:spPr>
          <a:xfrm>
            <a:off x="483260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" name="s07-moe-checkpoint-4:2:76:rect"/>
          <p:cNvSpPr/>
          <p:nvPr/>
        </p:nvSpPr>
        <p:spPr>
          <a:xfrm>
            <a:off x="491947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" name="s07-moe-checkpoint-4:2:77:rect"/>
          <p:cNvSpPr/>
          <p:nvPr/>
        </p:nvSpPr>
        <p:spPr>
          <a:xfrm>
            <a:off x="500634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9" name="s07-moe-checkpoint-4:2:78:rect"/>
          <p:cNvSpPr/>
          <p:nvPr/>
        </p:nvSpPr>
        <p:spPr>
          <a:xfrm>
            <a:off x="509320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0" name="s07-moe-checkpoint-4:2:79:rect"/>
          <p:cNvSpPr/>
          <p:nvPr/>
        </p:nvSpPr>
        <p:spPr>
          <a:xfrm>
            <a:off x="518007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1" name="s07-moe-checkpoint-4:2:80:rect"/>
          <p:cNvSpPr/>
          <p:nvPr/>
        </p:nvSpPr>
        <p:spPr>
          <a:xfrm>
            <a:off x="526694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2" name="s07-moe-checkpoint-4:2:81:rect"/>
          <p:cNvSpPr/>
          <p:nvPr/>
        </p:nvSpPr>
        <p:spPr>
          <a:xfrm>
            <a:off x="535381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3" name="s07-moe-checkpoint-4:2:82:rect"/>
          <p:cNvSpPr/>
          <p:nvPr/>
        </p:nvSpPr>
        <p:spPr>
          <a:xfrm>
            <a:off x="544068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4" name="s07-moe-checkpoint-4:2:83:rect"/>
          <p:cNvSpPr/>
          <p:nvPr/>
        </p:nvSpPr>
        <p:spPr>
          <a:xfrm>
            <a:off x="552754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5" name="s07-moe-checkpoint-4:2:84:rect"/>
          <p:cNvSpPr/>
          <p:nvPr/>
        </p:nvSpPr>
        <p:spPr>
          <a:xfrm>
            <a:off x="561441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6" name="s07-moe-checkpoint-4:2:85:rect"/>
          <p:cNvSpPr/>
          <p:nvPr/>
        </p:nvSpPr>
        <p:spPr>
          <a:xfrm>
            <a:off x="570128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7" name="s07-moe-checkpoint-4:2:86:rect"/>
          <p:cNvSpPr/>
          <p:nvPr/>
        </p:nvSpPr>
        <p:spPr>
          <a:xfrm>
            <a:off x="578815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8" name="s07-moe-checkpoint-4:2:87:rect"/>
          <p:cNvSpPr/>
          <p:nvPr/>
        </p:nvSpPr>
        <p:spPr>
          <a:xfrm>
            <a:off x="587502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9" name="s07-moe-checkpoint-4:2:88:rect"/>
          <p:cNvSpPr/>
          <p:nvPr/>
        </p:nvSpPr>
        <p:spPr>
          <a:xfrm>
            <a:off x="596188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0" name="s07-moe-checkpoint-4:2:89:rect"/>
          <p:cNvSpPr/>
          <p:nvPr/>
        </p:nvSpPr>
        <p:spPr>
          <a:xfrm>
            <a:off x="604875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1" name="s07-moe-checkpoint-4:2:90:rect"/>
          <p:cNvSpPr/>
          <p:nvPr/>
        </p:nvSpPr>
        <p:spPr>
          <a:xfrm>
            <a:off x="613562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2" name="s07-moe-checkpoint-4:2:91:rect"/>
          <p:cNvSpPr/>
          <p:nvPr/>
        </p:nvSpPr>
        <p:spPr>
          <a:xfrm>
            <a:off x="622249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3" name="s07-moe-checkpoint-4:2:92:rect"/>
          <p:cNvSpPr/>
          <p:nvPr/>
        </p:nvSpPr>
        <p:spPr>
          <a:xfrm>
            <a:off x="630936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4" name="s07-moe-checkpoint-4:2:93:rect"/>
          <p:cNvSpPr/>
          <p:nvPr/>
        </p:nvSpPr>
        <p:spPr>
          <a:xfrm>
            <a:off x="639622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5" name="s07-moe-checkpoint-4:2:94:rect"/>
          <p:cNvSpPr/>
          <p:nvPr/>
        </p:nvSpPr>
        <p:spPr>
          <a:xfrm>
            <a:off x="648309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6" name="s07-moe-checkpoint-4:2:95:rect"/>
          <p:cNvSpPr/>
          <p:nvPr/>
        </p:nvSpPr>
        <p:spPr>
          <a:xfrm>
            <a:off x="656996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7" name="s07-moe-checkpoint-4:2:96:rect"/>
          <p:cNvSpPr/>
          <p:nvPr/>
        </p:nvSpPr>
        <p:spPr>
          <a:xfrm>
            <a:off x="457200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8" name="s07-moe-checkpoint-4:2:97:rect"/>
          <p:cNvSpPr/>
          <p:nvPr/>
        </p:nvSpPr>
        <p:spPr>
          <a:xfrm>
            <a:off x="465886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9" name="s07-moe-checkpoint-4:2:98:rect"/>
          <p:cNvSpPr/>
          <p:nvPr/>
        </p:nvSpPr>
        <p:spPr>
          <a:xfrm>
            <a:off x="474573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0" name="s07-moe-checkpoint-4:2:99:rect"/>
          <p:cNvSpPr/>
          <p:nvPr/>
        </p:nvSpPr>
        <p:spPr>
          <a:xfrm>
            <a:off x="483260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1" name="s07-moe-checkpoint-4:2:100:rect"/>
          <p:cNvSpPr/>
          <p:nvPr/>
        </p:nvSpPr>
        <p:spPr>
          <a:xfrm>
            <a:off x="491947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2" name="s07-moe-checkpoint-4:2:101:rect"/>
          <p:cNvSpPr/>
          <p:nvPr/>
        </p:nvSpPr>
        <p:spPr>
          <a:xfrm>
            <a:off x="500634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3" name="s07-moe-checkpoint-4:2:102:rect"/>
          <p:cNvSpPr/>
          <p:nvPr/>
        </p:nvSpPr>
        <p:spPr>
          <a:xfrm>
            <a:off x="509320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4" name="s07-moe-checkpoint-4:2:103:rect"/>
          <p:cNvSpPr/>
          <p:nvPr/>
        </p:nvSpPr>
        <p:spPr>
          <a:xfrm>
            <a:off x="518007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5" name="s07-moe-checkpoint-4:2:104:rect"/>
          <p:cNvSpPr/>
          <p:nvPr/>
        </p:nvSpPr>
        <p:spPr>
          <a:xfrm>
            <a:off x="526694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6" name="s07-moe-checkpoint-4:2:105:rect"/>
          <p:cNvSpPr/>
          <p:nvPr/>
        </p:nvSpPr>
        <p:spPr>
          <a:xfrm>
            <a:off x="535381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7" name="s07-moe-checkpoint-4:2:106:rect"/>
          <p:cNvSpPr/>
          <p:nvPr/>
        </p:nvSpPr>
        <p:spPr>
          <a:xfrm>
            <a:off x="544068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8" name="s07-moe-checkpoint-4:2:107:rect"/>
          <p:cNvSpPr/>
          <p:nvPr/>
        </p:nvSpPr>
        <p:spPr>
          <a:xfrm>
            <a:off x="552754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9" name="s07-moe-checkpoint-4:2:108:rect"/>
          <p:cNvSpPr/>
          <p:nvPr/>
        </p:nvSpPr>
        <p:spPr>
          <a:xfrm>
            <a:off x="561441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0" name="s07-moe-checkpoint-4:2:109:rect"/>
          <p:cNvSpPr/>
          <p:nvPr/>
        </p:nvSpPr>
        <p:spPr>
          <a:xfrm>
            <a:off x="570128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1" name="s07-moe-checkpoint-4:2:110:rect"/>
          <p:cNvSpPr/>
          <p:nvPr/>
        </p:nvSpPr>
        <p:spPr>
          <a:xfrm>
            <a:off x="578815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2" name="s07-moe-checkpoint-4:2:111:rect"/>
          <p:cNvSpPr/>
          <p:nvPr/>
        </p:nvSpPr>
        <p:spPr>
          <a:xfrm>
            <a:off x="587502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3" name="s07-moe-checkpoint-4:2:1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4" name="s07-moe-checkpoint-4:2:113:rect"/>
          <p:cNvSpPr/>
          <p:nvPr/>
        </p:nvSpPr>
        <p:spPr>
          <a:xfrm>
            <a:off x="604875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5" name="s07-moe-checkpoint-4:2:114:rect"/>
          <p:cNvSpPr/>
          <p:nvPr/>
        </p:nvSpPr>
        <p:spPr>
          <a:xfrm>
            <a:off x="613562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6" name="s07-moe-checkpoint-4:2:115:rect"/>
          <p:cNvSpPr/>
          <p:nvPr/>
        </p:nvSpPr>
        <p:spPr>
          <a:xfrm>
            <a:off x="622249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7" name="s07-moe-checkpoint-4:2:116:rect"/>
          <p:cNvSpPr/>
          <p:nvPr/>
        </p:nvSpPr>
        <p:spPr>
          <a:xfrm>
            <a:off x="630936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8" name="s07-moe-checkpoint-4:2:117:rect"/>
          <p:cNvSpPr/>
          <p:nvPr/>
        </p:nvSpPr>
        <p:spPr>
          <a:xfrm>
            <a:off x="639622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9" name="s07-moe-checkpoint-4:2:118:rect"/>
          <p:cNvSpPr/>
          <p:nvPr/>
        </p:nvSpPr>
        <p:spPr>
          <a:xfrm>
            <a:off x="648309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0" name="s07-moe-checkpoint-4:2:119:rect"/>
          <p:cNvSpPr/>
          <p:nvPr/>
        </p:nvSpPr>
        <p:spPr>
          <a:xfrm>
            <a:off x="656996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1" name="s07-moe-checkpoint-4:2:120:rect"/>
          <p:cNvSpPr/>
          <p:nvPr/>
        </p:nvSpPr>
        <p:spPr>
          <a:xfrm>
            <a:off x="457200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2" name="s07-moe-checkpoint-4:2:121:rect"/>
          <p:cNvSpPr/>
          <p:nvPr/>
        </p:nvSpPr>
        <p:spPr>
          <a:xfrm>
            <a:off x="465886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3" name="s07-moe-checkpoint-4:2:122:rect"/>
          <p:cNvSpPr/>
          <p:nvPr/>
        </p:nvSpPr>
        <p:spPr>
          <a:xfrm>
            <a:off x="474573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4" name="s07-moe-checkpoint-4:2:123:rect"/>
          <p:cNvSpPr/>
          <p:nvPr/>
        </p:nvSpPr>
        <p:spPr>
          <a:xfrm>
            <a:off x="483260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5" name="s07-moe-checkpoint-4:2:124:rect"/>
          <p:cNvSpPr/>
          <p:nvPr/>
        </p:nvSpPr>
        <p:spPr>
          <a:xfrm>
            <a:off x="491947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6" name="s07-moe-checkpoint-4:2:125:rect"/>
          <p:cNvSpPr/>
          <p:nvPr/>
        </p:nvSpPr>
        <p:spPr>
          <a:xfrm>
            <a:off x="500634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7" name="s07-moe-checkpoint-4:2:126:rect"/>
          <p:cNvSpPr/>
          <p:nvPr/>
        </p:nvSpPr>
        <p:spPr>
          <a:xfrm>
            <a:off x="509320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8" name="s07-moe-checkpoint-4:2:127:rect"/>
          <p:cNvSpPr/>
          <p:nvPr/>
        </p:nvSpPr>
        <p:spPr>
          <a:xfrm>
            <a:off x="518007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9" name="s07-moe-checkpoint-4:2:128:rect"/>
          <p:cNvSpPr/>
          <p:nvPr/>
        </p:nvSpPr>
        <p:spPr>
          <a:xfrm>
            <a:off x="526694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0" name="s07-moe-checkpoint-4:2:129:rect"/>
          <p:cNvSpPr/>
          <p:nvPr/>
        </p:nvSpPr>
        <p:spPr>
          <a:xfrm>
            <a:off x="535381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1" name="s07-moe-checkpoint-4:2:130:rect"/>
          <p:cNvSpPr/>
          <p:nvPr/>
        </p:nvSpPr>
        <p:spPr>
          <a:xfrm>
            <a:off x="544068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2" name="s07-moe-checkpoint-4:2:131:rect"/>
          <p:cNvSpPr/>
          <p:nvPr/>
        </p:nvSpPr>
        <p:spPr>
          <a:xfrm>
            <a:off x="552754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3" name="s07-moe-checkpoint-4:2:132:rect"/>
          <p:cNvSpPr/>
          <p:nvPr/>
        </p:nvSpPr>
        <p:spPr>
          <a:xfrm>
            <a:off x="561441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4" name="s07-moe-checkpoint-4:2:133:rect"/>
          <p:cNvSpPr/>
          <p:nvPr/>
        </p:nvSpPr>
        <p:spPr>
          <a:xfrm>
            <a:off x="570128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5" name="s07-moe-checkpoint-4:2:134:rect"/>
          <p:cNvSpPr/>
          <p:nvPr/>
        </p:nvSpPr>
        <p:spPr>
          <a:xfrm>
            <a:off x="578815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6" name="s07-moe-checkpoint-4:2:135:rect"/>
          <p:cNvSpPr/>
          <p:nvPr/>
        </p:nvSpPr>
        <p:spPr>
          <a:xfrm>
            <a:off x="587502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7" name="s07-moe-checkpoint-4:2:136:rect"/>
          <p:cNvSpPr/>
          <p:nvPr/>
        </p:nvSpPr>
        <p:spPr>
          <a:xfrm>
            <a:off x="596188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8" name="s07-moe-checkpoint-4:2:137:rect"/>
          <p:cNvSpPr/>
          <p:nvPr/>
        </p:nvSpPr>
        <p:spPr>
          <a:xfrm>
            <a:off x="604875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9" name="s07-moe-checkpoint-4:2:138:rect"/>
          <p:cNvSpPr/>
          <p:nvPr/>
        </p:nvSpPr>
        <p:spPr>
          <a:xfrm>
            <a:off x="613562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0" name="s07-moe-checkpoint-4:2:139:rect"/>
          <p:cNvSpPr/>
          <p:nvPr/>
        </p:nvSpPr>
        <p:spPr>
          <a:xfrm>
            <a:off x="622249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1" name="s07-moe-checkpoint-4:2:140:rect"/>
          <p:cNvSpPr/>
          <p:nvPr/>
        </p:nvSpPr>
        <p:spPr>
          <a:xfrm>
            <a:off x="630936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2" name="s07-moe-checkpoint-4:2:141:rect"/>
          <p:cNvSpPr/>
          <p:nvPr/>
        </p:nvSpPr>
        <p:spPr>
          <a:xfrm>
            <a:off x="639622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3" name="s07-moe-checkpoint-4:2:142:rect"/>
          <p:cNvSpPr/>
          <p:nvPr/>
        </p:nvSpPr>
        <p:spPr>
          <a:xfrm>
            <a:off x="648309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4" name="s07-moe-checkpoint-4:2:143:rect"/>
          <p:cNvSpPr/>
          <p:nvPr/>
        </p:nvSpPr>
        <p:spPr>
          <a:xfrm>
            <a:off x="656996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5" name="s07-moe-checkpoint-4:2:144:rect"/>
          <p:cNvSpPr/>
          <p:nvPr/>
        </p:nvSpPr>
        <p:spPr>
          <a:xfrm>
            <a:off x="457200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6" name="s07-moe-checkpoint-4:2:145:rect"/>
          <p:cNvSpPr/>
          <p:nvPr/>
        </p:nvSpPr>
        <p:spPr>
          <a:xfrm>
            <a:off x="465886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7" name="s07-moe-checkpoint-4:2:146:rect"/>
          <p:cNvSpPr/>
          <p:nvPr/>
        </p:nvSpPr>
        <p:spPr>
          <a:xfrm>
            <a:off x="474573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8" name="s07-moe-checkpoint-4:2:147:rect"/>
          <p:cNvSpPr/>
          <p:nvPr/>
        </p:nvSpPr>
        <p:spPr>
          <a:xfrm>
            <a:off x="483260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9" name="s07-moe-checkpoint-4:2:148:rect"/>
          <p:cNvSpPr/>
          <p:nvPr/>
        </p:nvSpPr>
        <p:spPr>
          <a:xfrm>
            <a:off x="491947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0" name="s07-moe-checkpoint-4:2:149:rect"/>
          <p:cNvSpPr/>
          <p:nvPr/>
        </p:nvSpPr>
        <p:spPr>
          <a:xfrm>
            <a:off x="500634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1" name="s07-moe-checkpoint-4:2:150:rect"/>
          <p:cNvSpPr/>
          <p:nvPr/>
        </p:nvSpPr>
        <p:spPr>
          <a:xfrm>
            <a:off x="509320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2" name="s07-moe-checkpoint-4:2:151:rect"/>
          <p:cNvSpPr/>
          <p:nvPr/>
        </p:nvSpPr>
        <p:spPr>
          <a:xfrm>
            <a:off x="518007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3" name="s07-moe-checkpoint-4:2:152:rect"/>
          <p:cNvSpPr/>
          <p:nvPr/>
        </p:nvSpPr>
        <p:spPr>
          <a:xfrm>
            <a:off x="526694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4" name="s07-moe-checkpoint-4:2:153:rect"/>
          <p:cNvSpPr/>
          <p:nvPr/>
        </p:nvSpPr>
        <p:spPr>
          <a:xfrm>
            <a:off x="535381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5" name="s07-moe-checkpoint-4:2:154:rect"/>
          <p:cNvSpPr/>
          <p:nvPr/>
        </p:nvSpPr>
        <p:spPr>
          <a:xfrm>
            <a:off x="544068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6" name="s07-moe-checkpoint-4:2:155:rect"/>
          <p:cNvSpPr/>
          <p:nvPr/>
        </p:nvSpPr>
        <p:spPr>
          <a:xfrm>
            <a:off x="552754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7" name="s07-moe-checkpoint-4:2:156:rect"/>
          <p:cNvSpPr/>
          <p:nvPr/>
        </p:nvSpPr>
        <p:spPr>
          <a:xfrm>
            <a:off x="561441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8" name="s07-moe-checkpoint-4:2:157:rect"/>
          <p:cNvSpPr/>
          <p:nvPr/>
        </p:nvSpPr>
        <p:spPr>
          <a:xfrm>
            <a:off x="570128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9" name="s07-moe-checkpoint-4:2:158:rect"/>
          <p:cNvSpPr/>
          <p:nvPr/>
        </p:nvSpPr>
        <p:spPr>
          <a:xfrm>
            <a:off x="578815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0" name="s07-moe-checkpoint-4:2:159:rect"/>
          <p:cNvSpPr/>
          <p:nvPr/>
        </p:nvSpPr>
        <p:spPr>
          <a:xfrm>
            <a:off x="587502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1" name="s07-moe-checkpoint-4:2:160:rect"/>
          <p:cNvSpPr/>
          <p:nvPr/>
        </p:nvSpPr>
        <p:spPr>
          <a:xfrm>
            <a:off x="596188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2" name="s07-moe-checkpoint-4:2:161:rect"/>
          <p:cNvSpPr/>
          <p:nvPr/>
        </p:nvSpPr>
        <p:spPr>
          <a:xfrm>
            <a:off x="604875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3" name="s07-moe-checkpoint-4:2:162:rect"/>
          <p:cNvSpPr/>
          <p:nvPr/>
        </p:nvSpPr>
        <p:spPr>
          <a:xfrm>
            <a:off x="613562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4" name="s07-moe-checkpoint-4:2:163:rect"/>
          <p:cNvSpPr/>
          <p:nvPr/>
        </p:nvSpPr>
        <p:spPr>
          <a:xfrm>
            <a:off x="622249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5" name="s07-moe-checkpoint-4:2:164:rect"/>
          <p:cNvSpPr/>
          <p:nvPr/>
        </p:nvSpPr>
        <p:spPr>
          <a:xfrm>
            <a:off x="630936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6" name="s07-moe-checkpoint-4:2:165:rect"/>
          <p:cNvSpPr/>
          <p:nvPr/>
        </p:nvSpPr>
        <p:spPr>
          <a:xfrm>
            <a:off x="639622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7" name="s07-moe-checkpoint-4:2:166:rect"/>
          <p:cNvSpPr/>
          <p:nvPr/>
        </p:nvSpPr>
        <p:spPr>
          <a:xfrm>
            <a:off x="648309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8" name="s07-moe-checkpoint-4:2:167:rect"/>
          <p:cNvSpPr/>
          <p:nvPr/>
        </p:nvSpPr>
        <p:spPr>
          <a:xfrm>
            <a:off x="656996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9" name="s07-moe-checkpoint-4:2:168:rect"/>
          <p:cNvSpPr/>
          <p:nvPr/>
        </p:nvSpPr>
        <p:spPr>
          <a:xfrm>
            <a:off x="457200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0" name="s07-moe-checkpoint-4:2:169:rect"/>
          <p:cNvSpPr/>
          <p:nvPr/>
        </p:nvSpPr>
        <p:spPr>
          <a:xfrm>
            <a:off x="465886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1" name="s07-moe-checkpoint-4:2:170:rect"/>
          <p:cNvSpPr/>
          <p:nvPr/>
        </p:nvSpPr>
        <p:spPr>
          <a:xfrm>
            <a:off x="474573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2" name="s07-moe-checkpoint-4:2:171:rect"/>
          <p:cNvSpPr/>
          <p:nvPr/>
        </p:nvSpPr>
        <p:spPr>
          <a:xfrm>
            <a:off x="483260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3" name="s07-moe-checkpoint-4:2:172:rect"/>
          <p:cNvSpPr/>
          <p:nvPr/>
        </p:nvSpPr>
        <p:spPr>
          <a:xfrm>
            <a:off x="491947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4" name="s07-moe-checkpoint-4:2:173:rect"/>
          <p:cNvSpPr/>
          <p:nvPr/>
        </p:nvSpPr>
        <p:spPr>
          <a:xfrm>
            <a:off x="500634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5" name="s07-moe-checkpoint-4:2:174:rect"/>
          <p:cNvSpPr/>
          <p:nvPr/>
        </p:nvSpPr>
        <p:spPr>
          <a:xfrm>
            <a:off x="509320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6" name="s07-moe-checkpoint-4:2:175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7" name="s07-moe-checkpoint-4:2:176:rect"/>
          <p:cNvSpPr/>
          <p:nvPr/>
        </p:nvSpPr>
        <p:spPr>
          <a:xfrm>
            <a:off x="526694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8" name="s07-moe-checkpoint-4:2:177:rect"/>
          <p:cNvSpPr/>
          <p:nvPr/>
        </p:nvSpPr>
        <p:spPr>
          <a:xfrm>
            <a:off x="535381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9" name="s07-moe-checkpoint-4:2:178:rect"/>
          <p:cNvSpPr/>
          <p:nvPr/>
        </p:nvSpPr>
        <p:spPr>
          <a:xfrm>
            <a:off x="544068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0" name="s07-moe-checkpoint-4:2:179:rect"/>
          <p:cNvSpPr/>
          <p:nvPr/>
        </p:nvSpPr>
        <p:spPr>
          <a:xfrm>
            <a:off x="552754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1" name="s07-moe-checkpoint-4:2:180:rect"/>
          <p:cNvSpPr/>
          <p:nvPr/>
        </p:nvSpPr>
        <p:spPr>
          <a:xfrm>
            <a:off x="561441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2" name="s07-moe-checkpoint-4:2:181:rect"/>
          <p:cNvSpPr/>
          <p:nvPr/>
        </p:nvSpPr>
        <p:spPr>
          <a:xfrm>
            <a:off x="570128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3" name="s07-moe-checkpoint-4:2:182:rect"/>
          <p:cNvSpPr/>
          <p:nvPr/>
        </p:nvSpPr>
        <p:spPr>
          <a:xfrm>
            <a:off x="578815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4" name="s07-moe-checkpoint-4:2:183:rect"/>
          <p:cNvSpPr/>
          <p:nvPr/>
        </p:nvSpPr>
        <p:spPr>
          <a:xfrm>
            <a:off x="587502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5" name="s07-moe-checkpoint-4:2:184:rect"/>
          <p:cNvSpPr/>
          <p:nvPr/>
        </p:nvSpPr>
        <p:spPr>
          <a:xfrm>
            <a:off x="596188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6" name="s07-moe-checkpoint-4:2:185:rect"/>
          <p:cNvSpPr/>
          <p:nvPr/>
        </p:nvSpPr>
        <p:spPr>
          <a:xfrm>
            <a:off x="604875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7" name="s07-moe-checkpoint-4:2:186:rect"/>
          <p:cNvSpPr/>
          <p:nvPr/>
        </p:nvSpPr>
        <p:spPr>
          <a:xfrm>
            <a:off x="613562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8" name="s07-moe-checkpoint-4:2:187:rect"/>
          <p:cNvSpPr/>
          <p:nvPr/>
        </p:nvSpPr>
        <p:spPr>
          <a:xfrm>
            <a:off x="622249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9" name="s07-moe-checkpoint-4:2:188:rect"/>
          <p:cNvSpPr/>
          <p:nvPr/>
        </p:nvSpPr>
        <p:spPr>
          <a:xfrm>
            <a:off x="630936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0" name="s07-moe-checkpoint-4:2:189:rect"/>
          <p:cNvSpPr/>
          <p:nvPr/>
        </p:nvSpPr>
        <p:spPr>
          <a:xfrm>
            <a:off x="639622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1" name="s07-moe-checkpoint-4:2:190:rect"/>
          <p:cNvSpPr/>
          <p:nvPr/>
        </p:nvSpPr>
        <p:spPr>
          <a:xfrm>
            <a:off x="648309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2" name="s07-moe-checkpoint-4:2:191:rect"/>
          <p:cNvSpPr/>
          <p:nvPr/>
        </p:nvSpPr>
        <p:spPr>
          <a:xfrm>
            <a:off x="656996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3" name="s07-moe-checkpoint-4:2:192:rect"/>
          <p:cNvSpPr/>
          <p:nvPr/>
        </p:nvSpPr>
        <p:spPr>
          <a:xfrm>
            <a:off x="457200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4" name="s07-moe-checkpoint-4:2:193:rect"/>
          <p:cNvSpPr/>
          <p:nvPr/>
        </p:nvSpPr>
        <p:spPr>
          <a:xfrm>
            <a:off x="465886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5" name="s07-moe-checkpoint-4:2:194:rect"/>
          <p:cNvSpPr/>
          <p:nvPr/>
        </p:nvSpPr>
        <p:spPr>
          <a:xfrm>
            <a:off x="474573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6" name="s07-moe-checkpoint-4:2:195:rect"/>
          <p:cNvSpPr/>
          <p:nvPr/>
        </p:nvSpPr>
        <p:spPr>
          <a:xfrm>
            <a:off x="483260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7" name="s07-moe-checkpoint-4:2:196:rect"/>
          <p:cNvSpPr/>
          <p:nvPr/>
        </p:nvSpPr>
        <p:spPr>
          <a:xfrm>
            <a:off x="491947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8" name="s07-moe-checkpoint-4:2:197:rect"/>
          <p:cNvSpPr/>
          <p:nvPr/>
        </p:nvSpPr>
        <p:spPr>
          <a:xfrm>
            <a:off x="500634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9" name="s07-moe-checkpoint-4:2:198:rect"/>
          <p:cNvSpPr/>
          <p:nvPr/>
        </p:nvSpPr>
        <p:spPr>
          <a:xfrm>
            <a:off x="509320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0" name="s07-moe-checkpoint-4:2:199:rect"/>
          <p:cNvSpPr/>
          <p:nvPr/>
        </p:nvSpPr>
        <p:spPr>
          <a:xfrm>
            <a:off x="518007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1" name="s07-moe-checkpoint-4:2:200:rect"/>
          <p:cNvSpPr/>
          <p:nvPr/>
        </p:nvSpPr>
        <p:spPr>
          <a:xfrm>
            <a:off x="526694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2" name="s07-moe-checkpoint-4:2:201:rect"/>
          <p:cNvSpPr/>
          <p:nvPr/>
        </p:nvSpPr>
        <p:spPr>
          <a:xfrm>
            <a:off x="535381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3" name="s07-moe-checkpoint-4:2:202:rect"/>
          <p:cNvSpPr/>
          <p:nvPr/>
        </p:nvSpPr>
        <p:spPr>
          <a:xfrm>
            <a:off x="544068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4" name="s07-moe-checkpoint-4:2:203:rect"/>
          <p:cNvSpPr/>
          <p:nvPr/>
        </p:nvSpPr>
        <p:spPr>
          <a:xfrm>
            <a:off x="552754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5" name="s07-moe-checkpoint-4:2:204:rect"/>
          <p:cNvSpPr/>
          <p:nvPr/>
        </p:nvSpPr>
        <p:spPr>
          <a:xfrm>
            <a:off x="561441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6" name="s07-moe-checkpoint-4:2:205:rect"/>
          <p:cNvSpPr/>
          <p:nvPr/>
        </p:nvSpPr>
        <p:spPr>
          <a:xfrm>
            <a:off x="570128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7" name="s07-moe-checkpoint-4:2:206:rect"/>
          <p:cNvSpPr/>
          <p:nvPr/>
        </p:nvSpPr>
        <p:spPr>
          <a:xfrm>
            <a:off x="578815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8" name="s07-moe-checkpoint-4:2:207:rect"/>
          <p:cNvSpPr/>
          <p:nvPr/>
        </p:nvSpPr>
        <p:spPr>
          <a:xfrm>
            <a:off x="587502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9" name="s07-moe-checkpoint-4:2:208:rect"/>
          <p:cNvSpPr/>
          <p:nvPr/>
        </p:nvSpPr>
        <p:spPr>
          <a:xfrm>
            <a:off x="596188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0" name="s07-moe-checkpoint-4:2:209:rect"/>
          <p:cNvSpPr/>
          <p:nvPr/>
        </p:nvSpPr>
        <p:spPr>
          <a:xfrm>
            <a:off x="604875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1" name="s07-moe-checkpoint-4:2:210:rect"/>
          <p:cNvSpPr/>
          <p:nvPr/>
        </p:nvSpPr>
        <p:spPr>
          <a:xfrm>
            <a:off x="613562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2" name="s07-moe-checkpoint-4:2:211:rect"/>
          <p:cNvSpPr/>
          <p:nvPr/>
        </p:nvSpPr>
        <p:spPr>
          <a:xfrm>
            <a:off x="622249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3" name="s07-moe-checkpoint-4:2:212:rect"/>
          <p:cNvSpPr/>
          <p:nvPr/>
        </p:nvSpPr>
        <p:spPr>
          <a:xfrm>
            <a:off x="630936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4" name="s07-moe-checkpoint-4:2:213:rect"/>
          <p:cNvSpPr/>
          <p:nvPr/>
        </p:nvSpPr>
        <p:spPr>
          <a:xfrm>
            <a:off x="639622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5" name="s07-moe-checkpoint-4:2:214:rect"/>
          <p:cNvSpPr/>
          <p:nvPr/>
        </p:nvSpPr>
        <p:spPr>
          <a:xfrm>
            <a:off x="648309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6" name="s07-moe-checkpoint-4:2:215:rect"/>
          <p:cNvSpPr/>
          <p:nvPr/>
        </p:nvSpPr>
        <p:spPr>
          <a:xfrm>
            <a:off x="656996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7" name="s07-moe-checkpoint-4:2:216:rect"/>
          <p:cNvSpPr/>
          <p:nvPr/>
        </p:nvSpPr>
        <p:spPr>
          <a:xfrm>
            <a:off x="457200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8" name="s07-moe-checkpoint-4:2:217:rect"/>
          <p:cNvSpPr/>
          <p:nvPr/>
        </p:nvSpPr>
        <p:spPr>
          <a:xfrm>
            <a:off x="465886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9" name="s07-moe-checkpoint-4:2:218:rect"/>
          <p:cNvSpPr/>
          <p:nvPr/>
        </p:nvSpPr>
        <p:spPr>
          <a:xfrm>
            <a:off x="474573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0" name="s07-moe-checkpoint-4:2:219:rect"/>
          <p:cNvSpPr/>
          <p:nvPr/>
        </p:nvSpPr>
        <p:spPr>
          <a:xfrm>
            <a:off x="483260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1" name="s07-moe-checkpoint-4:2:220:rect"/>
          <p:cNvSpPr/>
          <p:nvPr/>
        </p:nvSpPr>
        <p:spPr>
          <a:xfrm>
            <a:off x="491947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2" name="s07-moe-checkpoint-4:2:221:rect"/>
          <p:cNvSpPr/>
          <p:nvPr/>
        </p:nvSpPr>
        <p:spPr>
          <a:xfrm>
            <a:off x="500634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3" name="s07-moe-checkpoint-4:2:222:rect"/>
          <p:cNvSpPr/>
          <p:nvPr/>
        </p:nvSpPr>
        <p:spPr>
          <a:xfrm>
            <a:off x="509320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4" name="s07-moe-checkpoint-4:2:223:rect"/>
          <p:cNvSpPr/>
          <p:nvPr/>
        </p:nvSpPr>
        <p:spPr>
          <a:xfrm>
            <a:off x="518007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5" name="s07-moe-checkpoint-4:2:224:rect"/>
          <p:cNvSpPr/>
          <p:nvPr/>
        </p:nvSpPr>
        <p:spPr>
          <a:xfrm>
            <a:off x="526694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6" name="s07-moe-checkpoint-4:2:225:rect"/>
          <p:cNvSpPr/>
          <p:nvPr/>
        </p:nvSpPr>
        <p:spPr>
          <a:xfrm>
            <a:off x="535381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7" name="s07-moe-checkpoint-4:2:226:rect"/>
          <p:cNvSpPr/>
          <p:nvPr/>
        </p:nvSpPr>
        <p:spPr>
          <a:xfrm>
            <a:off x="544068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8" name="s07-moe-checkpoint-4:2:227:rect"/>
          <p:cNvSpPr/>
          <p:nvPr/>
        </p:nvSpPr>
        <p:spPr>
          <a:xfrm>
            <a:off x="552754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9" name="s07-moe-checkpoint-4:2:228:rect"/>
          <p:cNvSpPr/>
          <p:nvPr/>
        </p:nvSpPr>
        <p:spPr>
          <a:xfrm>
            <a:off x="561441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0" name="s07-moe-checkpoint-4:2:229:rect"/>
          <p:cNvSpPr/>
          <p:nvPr/>
        </p:nvSpPr>
        <p:spPr>
          <a:xfrm>
            <a:off x="570128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1" name="s07-moe-checkpoint-4:2:230:rect"/>
          <p:cNvSpPr/>
          <p:nvPr/>
        </p:nvSpPr>
        <p:spPr>
          <a:xfrm>
            <a:off x="578815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2" name="s07-moe-checkpoint-4:2:231:rect"/>
          <p:cNvSpPr/>
          <p:nvPr/>
        </p:nvSpPr>
        <p:spPr>
          <a:xfrm>
            <a:off x="587502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3" name="s07-moe-checkpoint-4:2:232:rect"/>
          <p:cNvSpPr/>
          <p:nvPr/>
        </p:nvSpPr>
        <p:spPr>
          <a:xfrm>
            <a:off x="596188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4" name="s07-moe-checkpoint-4:2:233:rect"/>
          <p:cNvSpPr/>
          <p:nvPr/>
        </p:nvSpPr>
        <p:spPr>
          <a:xfrm>
            <a:off x="604875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5" name="s07-moe-checkpoint-4:2:234:rect"/>
          <p:cNvSpPr/>
          <p:nvPr/>
        </p:nvSpPr>
        <p:spPr>
          <a:xfrm>
            <a:off x="613562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6" name="s07-moe-checkpoint-4:2:235:rect"/>
          <p:cNvSpPr/>
          <p:nvPr/>
        </p:nvSpPr>
        <p:spPr>
          <a:xfrm>
            <a:off x="622249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7" name="s07-moe-checkpoint-4:2:236:rect"/>
          <p:cNvSpPr/>
          <p:nvPr/>
        </p:nvSpPr>
        <p:spPr>
          <a:xfrm>
            <a:off x="630936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8" name="s07-moe-checkpoint-4:2:237:rect"/>
          <p:cNvSpPr/>
          <p:nvPr/>
        </p:nvSpPr>
        <p:spPr>
          <a:xfrm>
            <a:off x="639622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9" name="s07-moe-checkpoint-4:2:238:rect"/>
          <p:cNvSpPr/>
          <p:nvPr/>
        </p:nvSpPr>
        <p:spPr>
          <a:xfrm>
            <a:off x="648309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0" name="s07-moe-checkpoint-4:2:239:rect"/>
          <p:cNvSpPr/>
          <p:nvPr/>
        </p:nvSpPr>
        <p:spPr>
          <a:xfrm>
            <a:off x="656996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1" name="s07-moe-checkpoint-4:2:240:rect"/>
          <p:cNvSpPr/>
          <p:nvPr/>
        </p:nvSpPr>
        <p:spPr>
          <a:xfrm>
            <a:off x="457200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2" name="s07-moe-checkpoint-4:2:241:rect"/>
          <p:cNvSpPr/>
          <p:nvPr/>
        </p:nvSpPr>
        <p:spPr>
          <a:xfrm>
            <a:off x="465886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3" name="s07-moe-checkpoint-4:2:242:rect"/>
          <p:cNvSpPr/>
          <p:nvPr/>
        </p:nvSpPr>
        <p:spPr>
          <a:xfrm>
            <a:off x="474573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4" name="s07-moe-checkpoint-4:2:243:rect"/>
          <p:cNvSpPr/>
          <p:nvPr/>
        </p:nvSpPr>
        <p:spPr>
          <a:xfrm>
            <a:off x="483260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5" name="s07-moe-checkpoint-4:2:244:rect"/>
          <p:cNvSpPr/>
          <p:nvPr/>
        </p:nvSpPr>
        <p:spPr>
          <a:xfrm>
            <a:off x="491947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6" name="s07-moe-checkpoint-4:2:245:rect"/>
          <p:cNvSpPr/>
          <p:nvPr/>
        </p:nvSpPr>
        <p:spPr>
          <a:xfrm>
            <a:off x="500634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7" name="s07-moe-checkpoint-4:2:246:rect"/>
          <p:cNvSpPr/>
          <p:nvPr/>
        </p:nvSpPr>
        <p:spPr>
          <a:xfrm>
            <a:off x="509320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8" name="s07-moe-checkpoint-4:2:247:rect"/>
          <p:cNvSpPr/>
          <p:nvPr/>
        </p:nvSpPr>
        <p:spPr>
          <a:xfrm>
            <a:off x="518007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9" name="s07-moe-checkpoint-4:2:248:rect"/>
          <p:cNvSpPr/>
          <p:nvPr/>
        </p:nvSpPr>
        <p:spPr>
          <a:xfrm>
            <a:off x="526694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0" name="s07-moe-checkpoint-4:2:249:rect"/>
          <p:cNvSpPr/>
          <p:nvPr/>
        </p:nvSpPr>
        <p:spPr>
          <a:xfrm>
            <a:off x="535381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1" name="s07-moe-checkpoint-4:2:250:rect"/>
          <p:cNvSpPr/>
          <p:nvPr/>
        </p:nvSpPr>
        <p:spPr>
          <a:xfrm>
            <a:off x="544068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2" name="s07-moe-checkpoint-4:2:251:rect"/>
          <p:cNvSpPr/>
          <p:nvPr/>
        </p:nvSpPr>
        <p:spPr>
          <a:xfrm>
            <a:off x="552754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3" name="s07-moe-checkpoint-4:2:252:rect"/>
          <p:cNvSpPr/>
          <p:nvPr/>
        </p:nvSpPr>
        <p:spPr>
          <a:xfrm>
            <a:off x="561441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4" name="s07-moe-checkpoint-4:2:253:rect"/>
          <p:cNvSpPr/>
          <p:nvPr/>
        </p:nvSpPr>
        <p:spPr>
          <a:xfrm>
            <a:off x="570128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5" name="s07-moe-checkpoint-4:2:254:rect"/>
          <p:cNvSpPr/>
          <p:nvPr/>
        </p:nvSpPr>
        <p:spPr>
          <a:xfrm>
            <a:off x="578815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6" name="s07-moe-checkpoint-4:2:255:rect"/>
          <p:cNvSpPr/>
          <p:nvPr/>
        </p:nvSpPr>
        <p:spPr>
          <a:xfrm>
            <a:off x="587502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7" name="s07-moe-checkpoint-4:2:256:rect"/>
          <p:cNvSpPr/>
          <p:nvPr/>
        </p:nvSpPr>
        <p:spPr>
          <a:xfrm>
            <a:off x="596188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8" name="s07-moe-checkpoint-4:2:257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9" name="s07-moe-checkpoint-4:2:258:rect"/>
          <p:cNvSpPr/>
          <p:nvPr/>
        </p:nvSpPr>
        <p:spPr>
          <a:xfrm>
            <a:off x="613562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0" name="s07-moe-checkpoint-4:2:259:rect"/>
          <p:cNvSpPr/>
          <p:nvPr/>
        </p:nvSpPr>
        <p:spPr>
          <a:xfrm>
            <a:off x="622249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1" name="s07-moe-checkpoint-4:2:260:rect"/>
          <p:cNvSpPr/>
          <p:nvPr/>
        </p:nvSpPr>
        <p:spPr>
          <a:xfrm>
            <a:off x="630936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2" name="s07-moe-checkpoint-4:2:261:rect"/>
          <p:cNvSpPr/>
          <p:nvPr/>
        </p:nvSpPr>
        <p:spPr>
          <a:xfrm>
            <a:off x="639622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3" name="s07-moe-checkpoint-4:2:262:rect"/>
          <p:cNvSpPr/>
          <p:nvPr/>
        </p:nvSpPr>
        <p:spPr>
          <a:xfrm>
            <a:off x="648309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4" name="s07-moe-checkpoint-4:2:263:rect"/>
          <p:cNvSpPr/>
          <p:nvPr/>
        </p:nvSpPr>
        <p:spPr>
          <a:xfrm>
            <a:off x="656996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5" name="s07-moe-checkpoint-4:2:264:rect"/>
          <p:cNvSpPr/>
          <p:nvPr/>
        </p:nvSpPr>
        <p:spPr>
          <a:xfrm>
            <a:off x="457200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6" name="s07-moe-checkpoint-4:2:265:rect"/>
          <p:cNvSpPr/>
          <p:nvPr/>
        </p:nvSpPr>
        <p:spPr>
          <a:xfrm>
            <a:off x="465886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7" name="s07-moe-checkpoint-4:2:266:rect"/>
          <p:cNvSpPr/>
          <p:nvPr/>
        </p:nvSpPr>
        <p:spPr>
          <a:xfrm>
            <a:off x="474573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8" name="s07-moe-checkpoint-4:2:267:rect"/>
          <p:cNvSpPr/>
          <p:nvPr/>
        </p:nvSpPr>
        <p:spPr>
          <a:xfrm>
            <a:off x="483260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9" name="s07-moe-checkpoint-4:2:268:rect"/>
          <p:cNvSpPr/>
          <p:nvPr/>
        </p:nvSpPr>
        <p:spPr>
          <a:xfrm>
            <a:off x="491947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0" name="s07-moe-checkpoint-4:2:269:rect"/>
          <p:cNvSpPr/>
          <p:nvPr/>
        </p:nvSpPr>
        <p:spPr>
          <a:xfrm>
            <a:off x="500634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1" name="s07-moe-checkpoint-4:2:270:rect"/>
          <p:cNvSpPr/>
          <p:nvPr/>
        </p:nvSpPr>
        <p:spPr>
          <a:xfrm>
            <a:off x="509320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2" name="s07-moe-checkpoint-4:2:271:rect"/>
          <p:cNvSpPr/>
          <p:nvPr/>
        </p:nvSpPr>
        <p:spPr>
          <a:xfrm>
            <a:off x="518007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3" name="s07-moe-checkpoint-4:2:272:rect"/>
          <p:cNvSpPr/>
          <p:nvPr/>
        </p:nvSpPr>
        <p:spPr>
          <a:xfrm>
            <a:off x="526694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4" name="s07-moe-checkpoint-4:2:273:rect"/>
          <p:cNvSpPr/>
          <p:nvPr/>
        </p:nvSpPr>
        <p:spPr>
          <a:xfrm>
            <a:off x="535381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5" name="s07-moe-checkpoint-4:2:274:rect"/>
          <p:cNvSpPr/>
          <p:nvPr/>
        </p:nvSpPr>
        <p:spPr>
          <a:xfrm>
            <a:off x="544068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6" name="s07-moe-checkpoint-4:2:275:rect"/>
          <p:cNvSpPr/>
          <p:nvPr/>
        </p:nvSpPr>
        <p:spPr>
          <a:xfrm>
            <a:off x="552754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7" name="s07-moe-checkpoint-4:2:276:rect"/>
          <p:cNvSpPr/>
          <p:nvPr/>
        </p:nvSpPr>
        <p:spPr>
          <a:xfrm>
            <a:off x="561441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8" name="s07-moe-checkpoint-4:2:277:rect"/>
          <p:cNvSpPr/>
          <p:nvPr/>
        </p:nvSpPr>
        <p:spPr>
          <a:xfrm>
            <a:off x="570128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9" name="s07-moe-checkpoint-4:2:278:rect"/>
          <p:cNvSpPr/>
          <p:nvPr/>
        </p:nvSpPr>
        <p:spPr>
          <a:xfrm>
            <a:off x="578815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0" name="s07-moe-checkpoint-4:2:279:rect"/>
          <p:cNvSpPr/>
          <p:nvPr/>
        </p:nvSpPr>
        <p:spPr>
          <a:xfrm>
            <a:off x="587502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1" name="s07-moe-checkpoint-4:2:280:rect"/>
          <p:cNvSpPr/>
          <p:nvPr/>
        </p:nvSpPr>
        <p:spPr>
          <a:xfrm>
            <a:off x="596188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2" name="s07-moe-checkpoint-4:2:281:rect"/>
          <p:cNvSpPr/>
          <p:nvPr/>
        </p:nvSpPr>
        <p:spPr>
          <a:xfrm>
            <a:off x="604875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3" name="s07-moe-checkpoint-4:2:282:rect"/>
          <p:cNvSpPr/>
          <p:nvPr/>
        </p:nvSpPr>
        <p:spPr>
          <a:xfrm>
            <a:off x="613562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4" name="s07-moe-checkpoint-4:2:283:rect"/>
          <p:cNvSpPr/>
          <p:nvPr/>
        </p:nvSpPr>
        <p:spPr>
          <a:xfrm>
            <a:off x="622249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5" name="s07-moe-checkpoint-4:2:284:rect"/>
          <p:cNvSpPr/>
          <p:nvPr/>
        </p:nvSpPr>
        <p:spPr>
          <a:xfrm>
            <a:off x="630936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6" name="s07-moe-checkpoint-4:2:285:rect"/>
          <p:cNvSpPr/>
          <p:nvPr/>
        </p:nvSpPr>
        <p:spPr>
          <a:xfrm>
            <a:off x="639622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7" name="s07-moe-checkpoint-4:2:286:rect"/>
          <p:cNvSpPr/>
          <p:nvPr/>
        </p:nvSpPr>
        <p:spPr>
          <a:xfrm>
            <a:off x="648309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8" name="s07-moe-checkpoint-4:2:287:rect"/>
          <p:cNvSpPr/>
          <p:nvPr/>
        </p:nvSpPr>
        <p:spPr>
          <a:xfrm>
            <a:off x="656996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9" name="s07-moe-checkpoint-4:2:288:rect"/>
          <p:cNvSpPr/>
          <p:nvPr/>
        </p:nvSpPr>
        <p:spPr>
          <a:xfrm>
            <a:off x="457200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0" name="s07-moe-checkpoint-4:2:289:rect"/>
          <p:cNvSpPr/>
          <p:nvPr/>
        </p:nvSpPr>
        <p:spPr>
          <a:xfrm>
            <a:off x="465886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1" name="s07-moe-checkpoint-4:2:290:rect"/>
          <p:cNvSpPr/>
          <p:nvPr/>
        </p:nvSpPr>
        <p:spPr>
          <a:xfrm>
            <a:off x="474573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2" name="s07-moe-checkpoint-4:2:291:rect"/>
          <p:cNvSpPr/>
          <p:nvPr/>
        </p:nvSpPr>
        <p:spPr>
          <a:xfrm>
            <a:off x="483260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3" name="s07-moe-checkpoint-4:2:292:rect"/>
          <p:cNvSpPr/>
          <p:nvPr/>
        </p:nvSpPr>
        <p:spPr>
          <a:xfrm>
            <a:off x="491947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4" name="s07-moe-checkpoint-4:2:293:rect"/>
          <p:cNvSpPr/>
          <p:nvPr/>
        </p:nvSpPr>
        <p:spPr>
          <a:xfrm>
            <a:off x="500634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5" name="s07-moe-checkpoint-4:2:294:rect"/>
          <p:cNvSpPr/>
          <p:nvPr/>
        </p:nvSpPr>
        <p:spPr>
          <a:xfrm>
            <a:off x="509320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6" name="s07-moe-checkpoint-4:2:295:rect"/>
          <p:cNvSpPr/>
          <p:nvPr/>
        </p:nvSpPr>
        <p:spPr>
          <a:xfrm>
            <a:off x="518007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7" name="s07-moe-checkpoint-4:2:296:rect"/>
          <p:cNvSpPr/>
          <p:nvPr/>
        </p:nvSpPr>
        <p:spPr>
          <a:xfrm>
            <a:off x="526694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8" name="s07-moe-checkpoint-4:2:297:rect"/>
          <p:cNvSpPr/>
          <p:nvPr/>
        </p:nvSpPr>
        <p:spPr>
          <a:xfrm>
            <a:off x="535381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9" name="s07-moe-checkpoint-4:2:298:rect"/>
          <p:cNvSpPr/>
          <p:nvPr/>
        </p:nvSpPr>
        <p:spPr>
          <a:xfrm>
            <a:off x="544068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0" name="s07-moe-checkpoint-4:2:299:rect"/>
          <p:cNvSpPr/>
          <p:nvPr/>
        </p:nvSpPr>
        <p:spPr>
          <a:xfrm>
            <a:off x="552754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1" name="s07-moe-checkpoint-4:2:300:rect"/>
          <p:cNvSpPr/>
          <p:nvPr/>
        </p:nvSpPr>
        <p:spPr>
          <a:xfrm>
            <a:off x="561441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2" name="s07-moe-checkpoint-4:2:301:rect"/>
          <p:cNvSpPr/>
          <p:nvPr/>
        </p:nvSpPr>
        <p:spPr>
          <a:xfrm>
            <a:off x="570128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3" name="s07-moe-checkpoint-4:2:302:rect"/>
          <p:cNvSpPr/>
          <p:nvPr/>
        </p:nvSpPr>
        <p:spPr>
          <a:xfrm>
            <a:off x="578815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4" name="s07-moe-checkpoint-4:2:303:rect"/>
          <p:cNvSpPr/>
          <p:nvPr/>
        </p:nvSpPr>
        <p:spPr>
          <a:xfrm>
            <a:off x="587502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5" name="s07-moe-checkpoint-4:2:304:rect"/>
          <p:cNvSpPr/>
          <p:nvPr/>
        </p:nvSpPr>
        <p:spPr>
          <a:xfrm>
            <a:off x="596188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6" name="s07-moe-checkpoint-4:2:305:rect"/>
          <p:cNvSpPr/>
          <p:nvPr/>
        </p:nvSpPr>
        <p:spPr>
          <a:xfrm>
            <a:off x="604875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7" name="s07-moe-checkpoint-4:2:306:rect"/>
          <p:cNvSpPr/>
          <p:nvPr/>
        </p:nvSpPr>
        <p:spPr>
          <a:xfrm>
            <a:off x="613562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8" name="s07-moe-checkpoint-4:2:307:rect"/>
          <p:cNvSpPr/>
          <p:nvPr/>
        </p:nvSpPr>
        <p:spPr>
          <a:xfrm>
            <a:off x="622249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9" name="s07-moe-checkpoint-4:2:308:rect"/>
          <p:cNvSpPr/>
          <p:nvPr/>
        </p:nvSpPr>
        <p:spPr>
          <a:xfrm>
            <a:off x="630936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0" name="s07-moe-checkpoint-4:2:309:rect"/>
          <p:cNvSpPr/>
          <p:nvPr/>
        </p:nvSpPr>
        <p:spPr>
          <a:xfrm>
            <a:off x="639622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1" name="s07-moe-checkpoint-4:2:310:rect"/>
          <p:cNvSpPr/>
          <p:nvPr/>
        </p:nvSpPr>
        <p:spPr>
          <a:xfrm>
            <a:off x="648309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2" name="s07-moe-checkpoint-4:2:311:rect"/>
          <p:cNvSpPr/>
          <p:nvPr/>
        </p:nvSpPr>
        <p:spPr>
          <a:xfrm>
            <a:off x="656996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3" name="s07-moe-checkpoint-4:2:312:rect"/>
          <p:cNvSpPr/>
          <p:nvPr/>
        </p:nvSpPr>
        <p:spPr>
          <a:xfrm>
            <a:off x="457200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4" name="s07-moe-checkpoint-4:2:313:rect"/>
          <p:cNvSpPr/>
          <p:nvPr/>
        </p:nvSpPr>
        <p:spPr>
          <a:xfrm>
            <a:off x="465886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5" name="s07-moe-checkpoint-4:2:314:rect"/>
          <p:cNvSpPr/>
          <p:nvPr/>
        </p:nvSpPr>
        <p:spPr>
          <a:xfrm>
            <a:off x="474573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6" name="s07-moe-checkpoint-4:2:315:rect"/>
          <p:cNvSpPr/>
          <p:nvPr/>
        </p:nvSpPr>
        <p:spPr>
          <a:xfrm>
            <a:off x="483260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7" name="s07-moe-checkpoint-4:2:316:rect"/>
          <p:cNvSpPr/>
          <p:nvPr/>
        </p:nvSpPr>
        <p:spPr>
          <a:xfrm>
            <a:off x="491947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8" name="s07-moe-checkpoint-4:2:317:rect"/>
          <p:cNvSpPr/>
          <p:nvPr/>
        </p:nvSpPr>
        <p:spPr>
          <a:xfrm>
            <a:off x="500634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9" name="s07-moe-checkpoint-4:2:318:rect"/>
          <p:cNvSpPr/>
          <p:nvPr/>
        </p:nvSpPr>
        <p:spPr>
          <a:xfrm>
            <a:off x="509320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0" name="s07-moe-checkpoint-4:2:319:rect"/>
          <p:cNvSpPr/>
          <p:nvPr/>
        </p:nvSpPr>
        <p:spPr>
          <a:xfrm>
            <a:off x="518007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1" name="s07-moe-checkpoint-4:2:320:rect"/>
          <p:cNvSpPr/>
          <p:nvPr/>
        </p:nvSpPr>
        <p:spPr>
          <a:xfrm>
            <a:off x="526694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2" name="s07-moe-checkpoint-4:2:321:rect"/>
          <p:cNvSpPr/>
          <p:nvPr/>
        </p:nvSpPr>
        <p:spPr>
          <a:xfrm>
            <a:off x="535381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3" name="s07-moe-checkpoint-4:2:322:rect"/>
          <p:cNvSpPr/>
          <p:nvPr/>
        </p:nvSpPr>
        <p:spPr>
          <a:xfrm>
            <a:off x="544068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4" name="s07-moe-checkpoint-4:2:323:rect"/>
          <p:cNvSpPr/>
          <p:nvPr/>
        </p:nvSpPr>
        <p:spPr>
          <a:xfrm>
            <a:off x="552754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5" name="s07-moe-checkpoint-4:2:324:rect"/>
          <p:cNvSpPr/>
          <p:nvPr/>
        </p:nvSpPr>
        <p:spPr>
          <a:xfrm>
            <a:off x="561441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6" name="s07-moe-checkpoint-4:2:325:rect"/>
          <p:cNvSpPr/>
          <p:nvPr/>
        </p:nvSpPr>
        <p:spPr>
          <a:xfrm>
            <a:off x="570128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7" name="s07-moe-checkpoint-4:2:326:rect"/>
          <p:cNvSpPr/>
          <p:nvPr/>
        </p:nvSpPr>
        <p:spPr>
          <a:xfrm>
            <a:off x="578815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8" name="s07-moe-checkpoint-4:2:327:rect"/>
          <p:cNvSpPr/>
          <p:nvPr/>
        </p:nvSpPr>
        <p:spPr>
          <a:xfrm>
            <a:off x="587502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9" name="s07-moe-checkpoint-4:2:328:rect"/>
          <p:cNvSpPr/>
          <p:nvPr/>
        </p:nvSpPr>
        <p:spPr>
          <a:xfrm>
            <a:off x="596188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0" name="s07-moe-checkpoint-4:2:329:rect"/>
          <p:cNvSpPr/>
          <p:nvPr/>
        </p:nvSpPr>
        <p:spPr>
          <a:xfrm>
            <a:off x="604875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1" name="s07-moe-checkpoint-4:2:330:rect"/>
          <p:cNvSpPr/>
          <p:nvPr/>
        </p:nvSpPr>
        <p:spPr>
          <a:xfrm>
            <a:off x="613562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2" name="s07-moe-checkpoint-4:2:331:rect"/>
          <p:cNvSpPr/>
          <p:nvPr/>
        </p:nvSpPr>
        <p:spPr>
          <a:xfrm>
            <a:off x="622249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3" name="s07-moe-checkpoint-4:2:332:rect"/>
          <p:cNvSpPr/>
          <p:nvPr/>
        </p:nvSpPr>
        <p:spPr>
          <a:xfrm>
            <a:off x="630936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4" name="s07-moe-checkpoint-4:2:333:rect"/>
          <p:cNvSpPr/>
          <p:nvPr/>
        </p:nvSpPr>
        <p:spPr>
          <a:xfrm>
            <a:off x="639622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5" name="s07-moe-checkpoint-4:2:334:rect"/>
          <p:cNvSpPr/>
          <p:nvPr/>
        </p:nvSpPr>
        <p:spPr>
          <a:xfrm>
            <a:off x="648309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6" name="s07-moe-checkpoint-4:2:335:rect"/>
          <p:cNvSpPr/>
          <p:nvPr/>
        </p:nvSpPr>
        <p:spPr>
          <a:xfrm>
            <a:off x="656996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7" name="s07-moe-checkpoint-4:2:336:rect"/>
          <p:cNvSpPr/>
          <p:nvPr/>
        </p:nvSpPr>
        <p:spPr>
          <a:xfrm>
            <a:off x="457200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8" name="s07-moe-checkpoint-4:2:337:rect"/>
          <p:cNvSpPr/>
          <p:nvPr/>
        </p:nvSpPr>
        <p:spPr>
          <a:xfrm>
            <a:off x="465886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9" name="s07-moe-checkpoint-4:2:338:rect"/>
          <p:cNvSpPr/>
          <p:nvPr/>
        </p:nvSpPr>
        <p:spPr>
          <a:xfrm>
            <a:off x="474573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0" name="s07-moe-checkpoint-4:2:339:rect"/>
          <p:cNvSpPr/>
          <p:nvPr/>
        </p:nvSpPr>
        <p:spPr>
          <a:xfrm>
            <a:off x="483260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1" name="s07-moe-checkpoint-4:2:340:rect"/>
          <p:cNvSpPr/>
          <p:nvPr/>
        </p:nvSpPr>
        <p:spPr>
          <a:xfrm>
            <a:off x="491947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2" name="s07-moe-checkpoint-4:2:341:rect"/>
          <p:cNvSpPr/>
          <p:nvPr/>
        </p:nvSpPr>
        <p:spPr>
          <a:xfrm>
            <a:off x="500634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3" name="s07-moe-checkpoint-4:2:342:rect"/>
          <p:cNvSpPr/>
          <p:nvPr/>
        </p:nvSpPr>
        <p:spPr>
          <a:xfrm>
            <a:off x="509320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4" name="s07-moe-checkpoint-4:2:343:rect"/>
          <p:cNvSpPr/>
          <p:nvPr/>
        </p:nvSpPr>
        <p:spPr>
          <a:xfrm>
            <a:off x="518007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5" name="s07-moe-checkpoint-4:2:344:rect"/>
          <p:cNvSpPr/>
          <p:nvPr/>
        </p:nvSpPr>
        <p:spPr>
          <a:xfrm>
            <a:off x="526694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6" name="s07-moe-checkpoint-4:2:345:rect"/>
          <p:cNvSpPr/>
          <p:nvPr/>
        </p:nvSpPr>
        <p:spPr>
          <a:xfrm>
            <a:off x="535381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7" name="s07-moe-checkpoint-4:2:346:rect"/>
          <p:cNvSpPr/>
          <p:nvPr/>
        </p:nvSpPr>
        <p:spPr>
          <a:xfrm>
            <a:off x="544068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8" name="s07-moe-checkpoint-4:2:347:rect"/>
          <p:cNvSpPr/>
          <p:nvPr/>
        </p:nvSpPr>
        <p:spPr>
          <a:xfrm>
            <a:off x="552754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9" name="s07-moe-checkpoint-4:2:348:rect"/>
          <p:cNvSpPr/>
          <p:nvPr/>
        </p:nvSpPr>
        <p:spPr>
          <a:xfrm>
            <a:off x="561441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0" name="s07-moe-checkpoint-4:2:349:rect"/>
          <p:cNvSpPr/>
          <p:nvPr/>
        </p:nvSpPr>
        <p:spPr>
          <a:xfrm>
            <a:off x="570128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1" name="s07-moe-checkpoint-4:2:350:rect"/>
          <p:cNvSpPr/>
          <p:nvPr/>
        </p:nvSpPr>
        <p:spPr>
          <a:xfrm>
            <a:off x="578815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2" name="s07-moe-checkpoint-4:2:351:rect"/>
          <p:cNvSpPr/>
          <p:nvPr/>
        </p:nvSpPr>
        <p:spPr>
          <a:xfrm>
            <a:off x="587502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3" name="s07-moe-checkpoint-4:2:352:rect"/>
          <p:cNvSpPr/>
          <p:nvPr/>
        </p:nvSpPr>
        <p:spPr>
          <a:xfrm>
            <a:off x="596188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4" name="s07-moe-checkpoint-4:2:353:rect"/>
          <p:cNvSpPr/>
          <p:nvPr/>
        </p:nvSpPr>
        <p:spPr>
          <a:xfrm>
            <a:off x="604875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5" name="s07-moe-checkpoint-4:2:354:rect"/>
          <p:cNvSpPr/>
          <p:nvPr/>
        </p:nvSpPr>
        <p:spPr>
          <a:xfrm>
            <a:off x="613562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6" name="s07-moe-checkpoint-4:2:355:rect"/>
          <p:cNvSpPr/>
          <p:nvPr/>
        </p:nvSpPr>
        <p:spPr>
          <a:xfrm>
            <a:off x="622249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7" name="s07-moe-checkpoint-4:2:356:rect"/>
          <p:cNvSpPr/>
          <p:nvPr/>
        </p:nvSpPr>
        <p:spPr>
          <a:xfrm>
            <a:off x="630936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8" name="s07-moe-checkpoint-4:2:357:rect"/>
          <p:cNvSpPr/>
          <p:nvPr/>
        </p:nvSpPr>
        <p:spPr>
          <a:xfrm>
            <a:off x="639622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9" name="s07-moe-checkpoint-4:2:358:rect"/>
          <p:cNvSpPr/>
          <p:nvPr/>
        </p:nvSpPr>
        <p:spPr>
          <a:xfrm>
            <a:off x="648309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0" name="s07-moe-checkpoint-4:2:359:rect"/>
          <p:cNvSpPr/>
          <p:nvPr/>
        </p:nvSpPr>
        <p:spPr>
          <a:xfrm>
            <a:off x="656996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1" name="s07-moe-checkpoint-4:2:360:rect"/>
          <p:cNvSpPr/>
          <p:nvPr/>
        </p:nvSpPr>
        <p:spPr>
          <a:xfrm>
            <a:off x="457200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2" name="s07-moe-checkpoint-4:2:361:rect"/>
          <p:cNvSpPr/>
          <p:nvPr/>
        </p:nvSpPr>
        <p:spPr>
          <a:xfrm>
            <a:off x="465886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3" name="s07-moe-checkpoint-4:2:362:rect"/>
          <p:cNvSpPr/>
          <p:nvPr/>
        </p:nvSpPr>
        <p:spPr>
          <a:xfrm>
            <a:off x="474573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4" name="s07-moe-checkpoint-4:2:363:rect"/>
          <p:cNvSpPr/>
          <p:nvPr/>
        </p:nvSpPr>
        <p:spPr>
          <a:xfrm>
            <a:off x="483260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5" name="s07-moe-checkpoint-4:2:364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6" name="s07-moe-checkpoint-4:2:365:rect"/>
          <p:cNvSpPr/>
          <p:nvPr/>
        </p:nvSpPr>
        <p:spPr>
          <a:xfrm>
            <a:off x="500634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7" name="s07-moe-checkpoint-4:2:366:rect"/>
          <p:cNvSpPr/>
          <p:nvPr/>
        </p:nvSpPr>
        <p:spPr>
          <a:xfrm>
            <a:off x="509320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8" name="s07-moe-checkpoint-4:2:367:rect"/>
          <p:cNvSpPr/>
          <p:nvPr/>
        </p:nvSpPr>
        <p:spPr>
          <a:xfrm>
            <a:off x="518007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9" name="s07-moe-checkpoint-4:2:368:rect"/>
          <p:cNvSpPr/>
          <p:nvPr/>
        </p:nvSpPr>
        <p:spPr>
          <a:xfrm>
            <a:off x="526694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0" name="s07-moe-checkpoint-4:2:369:rect"/>
          <p:cNvSpPr/>
          <p:nvPr/>
        </p:nvSpPr>
        <p:spPr>
          <a:xfrm>
            <a:off x="535381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1" name="s07-moe-checkpoint-4:2:370:rect"/>
          <p:cNvSpPr/>
          <p:nvPr/>
        </p:nvSpPr>
        <p:spPr>
          <a:xfrm>
            <a:off x="544068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2" name="s07-moe-checkpoint-4:2:371:rect"/>
          <p:cNvSpPr/>
          <p:nvPr/>
        </p:nvSpPr>
        <p:spPr>
          <a:xfrm>
            <a:off x="552754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3" name="s07-moe-checkpoint-4:2:372:rect"/>
          <p:cNvSpPr/>
          <p:nvPr/>
        </p:nvSpPr>
        <p:spPr>
          <a:xfrm>
            <a:off x="561441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4" name="s07-moe-checkpoint-4:2:373:rect"/>
          <p:cNvSpPr/>
          <p:nvPr/>
        </p:nvSpPr>
        <p:spPr>
          <a:xfrm>
            <a:off x="570128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5" name="s07-moe-checkpoint-4:2:374:rect"/>
          <p:cNvSpPr/>
          <p:nvPr/>
        </p:nvSpPr>
        <p:spPr>
          <a:xfrm>
            <a:off x="578815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6" name="s07-moe-checkpoint-4:2:375:rect"/>
          <p:cNvSpPr/>
          <p:nvPr/>
        </p:nvSpPr>
        <p:spPr>
          <a:xfrm>
            <a:off x="587502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7" name="s07-moe-checkpoint-4:2:376:rect"/>
          <p:cNvSpPr/>
          <p:nvPr/>
        </p:nvSpPr>
        <p:spPr>
          <a:xfrm>
            <a:off x="596188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8" name="s07-moe-checkpoint-4:2:377:rect"/>
          <p:cNvSpPr/>
          <p:nvPr/>
        </p:nvSpPr>
        <p:spPr>
          <a:xfrm>
            <a:off x="604875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9" name="s07-moe-checkpoint-4:2:378:rect"/>
          <p:cNvSpPr/>
          <p:nvPr/>
        </p:nvSpPr>
        <p:spPr>
          <a:xfrm>
            <a:off x="613562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0" name="s07-moe-checkpoint-4:2:379:rect"/>
          <p:cNvSpPr/>
          <p:nvPr/>
        </p:nvSpPr>
        <p:spPr>
          <a:xfrm>
            <a:off x="622249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1" name="s07-moe-checkpoint-4:2:380:rect"/>
          <p:cNvSpPr/>
          <p:nvPr/>
        </p:nvSpPr>
        <p:spPr>
          <a:xfrm>
            <a:off x="630936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2" name="s07-moe-checkpoint-4:2:381:rect"/>
          <p:cNvSpPr/>
          <p:nvPr/>
        </p:nvSpPr>
        <p:spPr>
          <a:xfrm>
            <a:off x="639622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3" name="s07-moe-checkpoint-4:2:382:rect"/>
          <p:cNvSpPr/>
          <p:nvPr/>
        </p:nvSpPr>
        <p:spPr>
          <a:xfrm>
            <a:off x="648309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4" name="s07-moe-checkpoint-4:2:383:rect"/>
          <p:cNvSpPr/>
          <p:nvPr/>
        </p:nvSpPr>
        <p:spPr>
          <a:xfrm>
            <a:off x="656996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5" name="s07-moe-checkpoint-4:2:384:rect"/>
          <p:cNvSpPr/>
          <p:nvPr/>
        </p:nvSpPr>
        <p:spPr>
          <a:xfrm>
            <a:off x="457200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6" name="s07-moe-checkpoint-4:2:385:rect"/>
          <p:cNvSpPr/>
          <p:nvPr/>
        </p:nvSpPr>
        <p:spPr>
          <a:xfrm>
            <a:off x="465886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7" name="s07-moe-checkpoint-4:2:386:rect"/>
          <p:cNvSpPr/>
          <p:nvPr/>
        </p:nvSpPr>
        <p:spPr>
          <a:xfrm>
            <a:off x="474573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8" name="s07-moe-checkpoint-4:2:387:rect"/>
          <p:cNvSpPr/>
          <p:nvPr/>
        </p:nvSpPr>
        <p:spPr>
          <a:xfrm>
            <a:off x="483260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9" name="s07-moe-checkpoint-4:2:388:rect"/>
          <p:cNvSpPr/>
          <p:nvPr/>
        </p:nvSpPr>
        <p:spPr>
          <a:xfrm>
            <a:off x="491947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0" name="s07-moe-checkpoint-4:2:389:rect"/>
          <p:cNvSpPr/>
          <p:nvPr/>
        </p:nvSpPr>
        <p:spPr>
          <a:xfrm>
            <a:off x="500634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1" name="s07-moe-checkpoint-4:2:390:rect"/>
          <p:cNvSpPr/>
          <p:nvPr/>
        </p:nvSpPr>
        <p:spPr>
          <a:xfrm>
            <a:off x="509320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2" name="s07-moe-checkpoint-4:2:391:rect"/>
          <p:cNvSpPr/>
          <p:nvPr/>
        </p:nvSpPr>
        <p:spPr>
          <a:xfrm>
            <a:off x="518007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3" name="s07-moe-checkpoint-4:2:392:rect"/>
          <p:cNvSpPr/>
          <p:nvPr/>
        </p:nvSpPr>
        <p:spPr>
          <a:xfrm>
            <a:off x="526694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4" name="s07-moe-checkpoint-4:2:393:rect"/>
          <p:cNvSpPr/>
          <p:nvPr/>
        </p:nvSpPr>
        <p:spPr>
          <a:xfrm>
            <a:off x="535381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5" name="s07-moe-checkpoint-4:2:394:rect"/>
          <p:cNvSpPr/>
          <p:nvPr/>
        </p:nvSpPr>
        <p:spPr>
          <a:xfrm>
            <a:off x="544068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6" name="s07-moe-checkpoint-4:2:395:rect"/>
          <p:cNvSpPr/>
          <p:nvPr/>
        </p:nvSpPr>
        <p:spPr>
          <a:xfrm>
            <a:off x="552754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7" name="s07-moe-checkpoint-4:2:396:rect"/>
          <p:cNvSpPr/>
          <p:nvPr/>
        </p:nvSpPr>
        <p:spPr>
          <a:xfrm>
            <a:off x="561441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8" name="s07-moe-checkpoint-4:2:397:rect"/>
          <p:cNvSpPr/>
          <p:nvPr/>
        </p:nvSpPr>
        <p:spPr>
          <a:xfrm>
            <a:off x="570128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9" name="s07-moe-checkpoint-4:2:398:rect"/>
          <p:cNvSpPr/>
          <p:nvPr/>
        </p:nvSpPr>
        <p:spPr>
          <a:xfrm>
            <a:off x="578815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0" name="s07-moe-checkpoint-4:2:399:rect"/>
          <p:cNvSpPr/>
          <p:nvPr/>
        </p:nvSpPr>
        <p:spPr>
          <a:xfrm>
            <a:off x="587502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1" name="s07-moe-checkpoint-4:2:400:rect"/>
          <p:cNvSpPr/>
          <p:nvPr/>
        </p:nvSpPr>
        <p:spPr>
          <a:xfrm>
            <a:off x="596188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2" name="s07-moe-checkpoint-4:2:401:rect"/>
          <p:cNvSpPr/>
          <p:nvPr/>
        </p:nvSpPr>
        <p:spPr>
          <a:xfrm>
            <a:off x="604875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3" name="s07-moe-checkpoint-4:2:402:rect"/>
          <p:cNvSpPr/>
          <p:nvPr/>
        </p:nvSpPr>
        <p:spPr>
          <a:xfrm>
            <a:off x="613562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4" name="s07-moe-checkpoint-4:2:403:rect"/>
          <p:cNvSpPr/>
          <p:nvPr/>
        </p:nvSpPr>
        <p:spPr>
          <a:xfrm>
            <a:off x="622249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5" name="s07-moe-checkpoint-4:2:404:rect"/>
          <p:cNvSpPr/>
          <p:nvPr/>
        </p:nvSpPr>
        <p:spPr>
          <a:xfrm>
            <a:off x="630936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6" name="s07-moe-checkpoint-4:2:405:rect"/>
          <p:cNvSpPr/>
          <p:nvPr/>
        </p:nvSpPr>
        <p:spPr>
          <a:xfrm>
            <a:off x="639622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7" name="s07-moe-checkpoint-4:2:406:rect"/>
          <p:cNvSpPr/>
          <p:nvPr/>
        </p:nvSpPr>
        <p:spPr>
          <a:xfrm>
            <a:off x="648309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8" name="s07-moe-checkpoint-4:2:407:rect"/>
          <p:cNvSpPr/>
          <p:nvPr/>
        </p:nvSpPr>
        <p:spPr>
          <a:xfrm>
            <a:off x="656996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9" name="s07-moe-checkpoint-4:2:408:text"/>
          <p:cNvSpPr/>
          <p:nvPr/>
        </p:nvSpPr>
        <p:spPr>
          <a:xfrm>
            <a:off x="457200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 Routed Experts · 评分示意</a:t>
            </a:r>
            <a:endParaRPr lang="en-US" sz="1350" dirty="0"/>
          </a:p>
        </p:txBody>
      </p:sp>
      <p:sp>
        <p:nvSpPr>
          <p:cNvPr id="410" name="s07-moe-checkpoint-4:2:409:text"/>
          <p:cNvSpPr/>
          <p:nvPr/>
        </p:nvSpPr>
        <p:spPr>
          <a:xfrm>
            <a:off x="7315200" y="2423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 · 0.91 · …</a:t>
            </a:r>
            <a:endParaRPr lang="en-US" sz="1300" dirty="0"/>
          </a:p>
        </p:txBody>
      </p:sp>
      <p:sp>
        <p:nvSpPr>
          <p:cNvPr id="411" name="s07-moe-checkpoint-4:3:410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2" name="s07-moe-checkpoint-4:3:411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3" name="s07-moe-checkpoint-4:3:4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4" name="s07-moe-checkpoint-4:3:413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5" name="s07-moe-checkpoint-4:3:414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6" name="s07-moe-checkpoint-4:3:415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7" name="s07-moe-checkpoint-4:3:416:text"/>
          <p:cNvSpPr/>
          <p:nvPr/>
        </p:nvSpPr>
        <p:spPr>
          <a:xfrm>
            <a:off x="7543800" y="2990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Top-6</a:t>
            </a:r>
            <a:endParaRPr lang="en-US" sz="2200" dirty="0"/>
          </a:p>
        </p:txBody>
      </p:sp>
      <p:sp>
        <p:nvSpPr>
          <p:cNvPr id="418" name="s07-moe-checkpoint-4:4:417:rect"/>
          <p:cNvSpPr/>
          <p:nvPr/>
        </p:nvSpPr>
        <p:spPr>
          <a:xfrm>
            <a:off x="7360920" y="3429000"/>
            <a:ext cx="1280160" cy="54864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9" name="s07-moe-checkpoint-4:4:418:text"/>
          <p:cNvSpPr/>
          <p:nvPr/>
        </p:nvSpPr>
        <p:spPr>
          <a:xfrm>
            <a:off x="7434072" y="3474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Shared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-moe-checkpoint-5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一.6 MoE 与 Dense | Visual QA · Click 5/6</a:t>
            </a:r>
            <a:endParaRPr lang="en-US" sz="1050" dirty="0"/>
          </a:p>
        </p:txBody>
      </p:sp>
      <p:sp>
        <p:nvSpPr>
          <p:cNvPr id="3" name="s07-moe-checkpoint-5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使用同一组 FFN；MoE 选择执行路径</a:t>
            </a:r>
            <a:endParaRPr lang="en-US" sz="2700" dirty="0"/>
          </a:p>
        </p:txBody>
      </p:sp>
      <p:sp>
        <p:nvSpPr>
          <p:cNvPr id="4" name="s07-moe-checkpoint-5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7-moe-checkpoint-5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7-moe-checkpoint-5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7-moe-checkpoint-5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7-moe-checkpoint-5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7-moe-checkpoint-5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7-moe-checkpoint-5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22</a:t>
            </a:r>
            <a:endParaRPr lang="en-US" sz="1050" dirty="0"/>
          </a:p>
        </p:txBody>
      </p:sp>
      <p:sp>
        <p:nvSpPr>
          <p:cNvPr id="11" name="s07-moe-checkpoint-5:0:10:text"/>
          <p:cNvSpPr/>
          <p:nvPr/>
        </p:nvSpPr>
        <p:spPr>
          <a:xfrm>
            <a:off x="457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FFN</a:t>
            </a:r>
            <a:endParaRPr lang="en-US" sz="1900" dirty="0"/>
          </a:p>
        </p:txBody>
      </p:sp>
      <p:sp>
        <p:nvSpPr>
          <p:cNvPr id="12" name="s07-moe-checkpoint-5:0:11:rect"/>
          <p:cNvSpPr/>
          <p:nvPr/>
        </p:nvSpPr>
        <p:spPr>
          <a:xfrm>
            <a:off x="502920" y="2011680"/>
            <a:ext cx="82296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07-moe-checkpoint-5:0:12:text"/>
          <p:cNvSpPr/>
          <p:nvPr/>
        </p:nvSpPr>
        <p:spPr>
          <a:xfrm>
            <a:off x="576072" y="20574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500" dirty="0"/>
          </a:p>
        </p:txBody>
      </p:sp>
      <p:sp>
        <p:nvSpPr>
          <p:cNvPr id="14" name="s07-moe-checkpoint-5:0:13:line"/>
          <p:cNvSpPr/>
          <p:nvPr/>
        </p:nvSpPr>
        <p:spPr>
          <a:xfrm>
            <a:off x="1371600" y="2240280"/>
            <a:ext cx="2743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5" name="s07-moe-checkpoint-5:0:14:rect"/>
          <p:cNvSpPr/>
          <p:nvPr/>
        </p:nvSpPr>
        <p:spPr>
          <a:xfrm>
            <a:off x="1737360" y="1920240"/>
            <a:ext cx="201168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07-moe-checkpoint-5:0:15:text"/>
          <p:cNvSpPr/>
          <p:nvPr/>
        </p:nvSpPr>
        <p:spPr>
          <a:xfrm>
            <a:off x="1810512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FFN</a:t>
            </a:r>
            <a:endParaRPr lang="en-US" sz="1800" dirty="0"/>
          </a:p>
        </p:txBody>
      </p:sp>
      <p:sp>
        <p:nvSpPr>
          <p:cNvPr id="17" name="s07-moe-checkpoint-5:0:16:text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所有输入使用同一组权重</a:t>
            </a:r>
            <a:endParaRPr lang="en-US" sz="1700" dirty="0"/>
          </a:p>
        </p:txBody>
      </p:sp>
      <p:sp>
        <p:nvSpPr>
          <p:cNvPr id="18" name="s07-moe-checkpoint-5:0:17:line"/>
          <p:cNvSpPr/>
          <p:nvPr/>
        </p:nvSpPr>
        <p:spPr>
          <a:xfrm>
            <a:off x="4069080" y="1463040"/>
            <a:ext cx="914" cy="2971800"/>
          </a:xfrm>
          <a:prstGeom prst="line">
            <a:avLst/>
          </a:prstGeom>
          <a:noFill/>
          <a:ln w="12700">
            <a:solidFill>
              <a:srgbClr val="CED8E6"/>
            </a:solidFill>
            <a:prstDash val="solid"/>
          </a:ln>
        </p:spPr>
      </p:sp>
      <p:sp>
        <p:nvSpPr>
          <p:cNvPr id="19" name="s07-moe-checkpoint-5:0:18:text"/>
          <p:cNvSpPr/>
          <p:nvPr/>
        </p:nvSpPr>
        <p:spPr>
          <a:xfrm>
            <a:off x="429768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Mixture of Experts</a:t>
            </a:r>
            <a:endParaRPr lang="en-US" sz="1900" dirty="0"/>
          </a:p>
        </p:txBody>
      </p:sp>
      <p:sp>
        <p:nvSpPr>
          <p:cNvPr id="20" name="s07-moe-checkpoint-5:1:19:rect"/>
          <p:cNvSpPr/>
          <p:nvPr/>
        </p:nvSpPr>
        <p:spPr>
          <a:xfrm>
            <a:off x="4343400" y="1938528"/>
            <a:ext cx="100584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07-moe-checkpoint-5:1:20:text"/>
          <p:cNvSpPr/>
          <p:nvPr/>
        </p:nvSpPr>
        <p:spPr>
          <a:xfrm>
            <a:off x="4416552" y="198424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600" dirty="0"/>
          </a:p>
        </p:txBody>
      </p:sp>
      <p:sp>
        <p:nvSpPr>
          <p:cNvPr id="22" name="s07-moe-checkpoint-5:1:21:line"/>
          <p:cNvSpPr/>
          <p:nvPr/>
        </p:nvSpPr>
        <p:spPr>
          <a:xfrm>
            <a:off x="5440680" y="2167128"/>
            <a:ext cx="27432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07-moe-checkpoint-5:1:22:rect"/>
          <p:cNvSpPr/>
          <p:nvPr/>
        </p:nvSpPr>
        <p:spPr>
          <a:xfrm>
            <a:off x="5806440" y="1938528"/>
            <a:ext cx="1280160" cy="4572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07-moe-checkpoint-5:1:23:text"/>
          <p:cNvSpPr/>
          <p:nvPr/>
        </p:nvSpPr>
        <p:spPr>
          <a:xfrm>
            <a:off x="5879592" y="198424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1700" dirty="0"/>
          </a:p>
        </p:txBody>
      </p:sp>
      <p:sp>
        <p:nvSpPr>
          <p:cNvPr id="25" name="s07-moe-checkpoint-5:2:24:rect"/>
          <p:cNvSpPr/>
          <p:nvPr/>
        </p:nvSpPr>
        <p:spPr>
          <a:xfrm>
            <a:off x="457200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" name="s07-moe-checkpoint-5:2:25:rect"/>
          <p:cNvSpPr/>
          <p:nvPr/>
        </p:nvSpPr>
        <p:spPr>
          <a:xfrm>
            <a:off x="465886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07-moe-checkpoint-5:2:26:rect"/>
          <p:cNvSpPr/>
          <p:nvPr/>
        </p:nvSpPr>
        <p:spPr>
          <a:xfrm>
            <a:off x="474573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" name="s07-moe-checkpoint-5:2:27:rect"/>
          <p:cNvSpPr/>
          <p:nvPr/>
        </p:nvSpPr>
        <p:spPr>
          <a:xfrm>
            <a:off x="483260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" name="s07-moe-checkpoint-5:2:28:rect"/>
          <p:cNvSpPr/>
          <p:nvPr/>
        </p:nvSpPr>
        <p:spPr>
          <a:xfrm>
            <a:off x="491947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" name="s07-moe-checkpoint-5:2:29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" name="s07-moe-checkpoint-5:2:30:rect"/>
          <p:cNvSpPr/>
          <p:nvPr/>
        </p:nvSpPr>
        <p:spPr>
          <a:xfrm>
            <a:off x="509320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" name="s07-moe-checkpoint-5:2:31:rect"/>
          <p:cNvSpPr/>
          <p:nvPr/>
        </p:nvSpPr>
        <p:spPr>
          <a:xfrm>
            <a:off x="518007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" name="s07-moe-checkpoint-5:2:32:rect"/>
          <p:cNvSpPr/>
          <p:nvPr/>
        </p:nvSpPr>
        <p:spPr>
          <a:xfrm>
            <a:off x="526694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" name="s07-moe-checkpoint-5:2:33:rect"/>
          <p:cNvSpPr/>
          <p:nvPr/>
        </p:nvSpPr>
        <p:spPr>
          <a:xfrm>
            <a:off x="535381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" name="s07-moe-checkpoint-5:2:34:rect"/>
          <p:cNvSpPr/>
          <p:nvPr/>
        </p:nvSpPr>
        <p:spPr>
          <a:xfrm>
            <a:off x="544068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" name="s07-moe-checkpoint-5:2:35:rect"/>
          <p:cNvSpPr/>
          <p:nvPr/>
        </p:nvSpPr>
        <p:spPr>
          <a:xfrm>
            <a:off x="552754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" name="s07-moe-checkpoint-5:2:36:rect"/>
          <p:cNvSpPr/>
          <p:nvPr/>
        </p:nvSpPr>
        <p:spPr>
          <a:xfrm>
            <a:off x="561441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" name="s07-moe-checkpoint-5:2:37:rect"/>
          <p:cNvSpPr/>
          <p:nvPr/>
        </p:nvSpPr>
        <p:spPr>
          <a:xfrm>
            <a:off x="570128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" name="s07-moe-checkpoint-5:2:38:rect"/>
          <p:cNvSpPr/>
          <p:nvPr/>
        </p:nvSpPr>
        <p:spPr>
          <a:xfrm>
            <a:off x="578815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" name="s07-moe-checkpoint-5:2:39:rect"/>
          <p:cNvSpPr/>
          <p:nvPr/>
        </p:nvSpPr>
        <p:spPr>
          <a:xfrm>
            <a:off x="587502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" name="s07-moe-checkpoint-5:2:40:rect"/>
          <p:cNvSpPr/>
          <p:nvPr/>
        </p:nvSpPr>
        <p:spPr>
          <a:xfrm>
            <a:off x="596188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" name="s07-moe-checkpoint-5:2:41:rect"/>
          <p:cNvSpPr/>
          <p:nvPr/>
        </p:nvSpPr>
        <p:spPr>
          <a:xfrm>
            <a:off x="604875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" name="s07-moe-checkpoint-5:2:42:rect"/>
          <p:cNvSpPr/>
          <p:nvPr/>
        </p:nvSpPr>
        <p:spPr>
          <a:xfrm>
            <a:off x="613562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" name="s07-moe-checkpoint-5:2:43:rect"/>
          <p:cNvSpPr/>
          <p:nvPr/>
        </p:nvSpPr>
        <p:spPr>
          <a:xfrm>
            <a:off x="622249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" name="s07-moe-checkpoint-5:2:44:rect"/>
          <p:cNvSpPr/>
          <p:nvPr/>
        </p:nvSpPr>
        <p:spPr>
          <a:xfrm>
            <a:off x="630936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" name="s07-moe-checkpoint-5:2:45:rect"/>
          <p:cNvSpPr/>
          <p:nvPr/>
        </p:nvSpPr>
        <p:spPr>
          <a:xfrm>
            <a:off x="639622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" name="s07-moe-checkpoint-5:2:46:rect"/>
          <p:cNvSpPr/>
          <p:nvPr/>
        </p:nvSpPr>
        <p:spPr>
          <a:xfrm>
            <a:off x="648309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" name="s07-moe-checkpoint-5:2:47:rect"/>
          <p:cNvSpPr/>
          <p:nvPr/>
        </p:nvSpPr>
        <p:spPr>
          <a:xfrm>
            <a:off x="656996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" name="s07-moe-checkpoint-5:2:48:rect"/>
          <p:cNvSpPr/>
          <p:nvPr/>
        </p:nvSpPr>
        <p:spPr>
          <a:xfrm>
            <a:off x="457200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" name="s07-moe-checkpoint-5:2:49:rect"/>
          <p:cNvSpPr/>
          <p:nvPr/>
        </p:nvSpPr>
        <p:spPr>
          <a:xfrm>
            <a:off x="465886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" name="s07-moe-checkpoint-5:2:50:rect"/>
          <p:cNvSpPr/>
          <p:nvPr/>
        </p:nvSpPr>
        <p:spPr>
          <a:xfrm>
            <a:off x="474573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" name="s07-moe-checkpoint-5:2:51:rect"/>
          <p:cNvSpPr/>
          <p:nvPr/>
        </p:nvSpPr>
        <p:spPr>
          <a:xfrm>
            <a:off x="483260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" name="s07-moe-checkpoint-5:2:52:rect"/>
          <p:cNvSpPr/>
          <p:nvPr/>
        </p:nvSpPr>
        <p:spPr>
          <a:xfrm>
            <a:off x="491947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" name="s07-moe-checkpoint-5:2:53:rect"/>
          <p:cNvSpPr/>
          <p:nvPr/>
        </p:nvSpPr>
        <p:spPr>
          <a:xfrm>
            <a:off x="500634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" name="s07-moe-checkpoint-5:2:54:rect"/>
          <p:cNvSpPr/>
          <p:nvPr/>
        </p:nvSpPr>
        <p:spPr>
          <a:xfrm>
            <a:off x="509320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" name="s07-moe-checkpoint-5:2:55:rect"/>
          <p:cNvSpPr/>
          <p:nvPr/>
        </p:nvSpPr>
        <p:spPr>
          <a:xfrm>
            <a:off x="518007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" name="s07-moe-checkpoint-5:2:56:rect"/>
          <p:cNvSpPr/>
          <p:nvPr/>
        </p:nvSpPr>
        <p:spPr>
          <a:xfrm>
            <a:off x="526694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" name="s07-moe-checkpoint-5:2:57:rect"/>
          <p:cNvSpPr/>
          <p:nvPr/>
        </p:nvSpPr>
        <p:spPr>
          <a:xfrm>
            <a:off x="535381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" name="s07-moe-checkpoint-5:2:58:rect"/>
          <p:cNvSpPr/>
          <p:nvPr/>
        </p:nvSpPr>
        <p:spPr>
          <a:xfrm>
            <a:off x="544068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" name="s07-moe-checkpoint-5:2:59:rect"/>
          <p:cNvSpPr/>
          <p:nvPr/>
        </p:nvSpPr>
        <p:spPr>
          <a:xfrm>
            <a:off x="552754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" name="s07-moe-checkpoint-5:2:60:rect"/>
          <p:cNvSpPr/>
          <p:nvPr/>
        </p:nvSpPr>
        <p:spPr>
          <a:xfrm>
            <a:off x="561441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" name="s07-moe-checkpoint-5:2:61:rect"/>
          <p:cNvSpPr/>
          <p:nvPr/>
        </p:nvSpPr>
        <p:spPr>
          <a:xfrm>
            <a:off x="570128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" name="s07-moe-checkpoint-5:2:62:rect"/>
          <p:cNvSpPr/>
          <p:nvPr/>
        </p:nvSpPr>
        <p:spPr>
          <a:xfrm>
            <a:off x="578815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" name="s07-moe-checkpoint-5:2:63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" name="s07-moe-checkpoint-5:2:64:rect"/>
          <p:cNvSpPr/>
          <p:nvPr/>
        </p:nvSpPr>
        <p:spPr>
          <a:xfrm>
            <a:off x="596188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" name="s07-moe-checkpoint-5:2:65:rect"/>
          <p:cNvSpPr/>
          <p:nvPr/>
        </p:nvSpPr>
        <p:spPr>
          <a:xfrm>
            <a:off x="604875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" name="s07-moe-checkpoint-5:2:66:rect"/>
          <p:cNvSpPr/>
          <p:nvPr/>
        </p:nvSpPr>
        <p:spPr>
          <a:xfrm>
            <a:off x="613562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" name="s07-moe-checkpoint-5:2:67:rect"/>
          <p:cNvSpPr/>
          <p:nvPr/>
        </p:nvSpPr>
        <p:spPr>
          <a:xfrm>
            <a:off x="622249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" name="s07-moe-checkpoint-5:2:68:rect"/>
          <p:cNvSpPr/>
          <p:nvPr/>
        </p:nvSpPr>
        <p:spPr>
          <a:xfrm>
            <a:off x="630936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" name="s07-moe-checkpoint-5:2:69:rect"/>
          <p:cNvSpPr/>
          <p:nvPr/>
        </p:nvSpPr>
        <p:spPr>
          <a:xfrm>
            <a:off x="639622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" name="s07-moe-checkpoint-5:2:70:rect"/>
          <p:cNvSpPr/>
          <p:nvPr/>
        </p:nvSpPr>
        <p:spPr>
          <a:xfrm>
            <a:off x="648309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" name="s07-moe-checkpoint-5:2:71:rect"/>
          <p:cNvSpPr/>
          <p:nvPr/>
        </p:nvSpPr>
        <p:spPr>
          <a:xfrm>
            <a:off x="656996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" name="s07-moe-checkpoint-5:2:72:rect"/>
          <p:cNvSpPr/>
          <p:nvPr/>
        </p:nvSpPr>
        <p:spPr>
          <a:xfrm>
            <a:off x="457200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" name="s07-moe-checkpoint-5:2:73:rect"/>
          <p:cNvSpPr/>
          <p:nvPr/>
        </p:nvSpPr>
        <p:spPr>
          <a:xfrm>
            <a:off x="465886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" name="s07-moe-checkpoint-5:2:74:rect"/>
          <p:cNvSpPr/>
          <p:nvPr/>
        </p:nvSpPr>
        <p:spPr>
          <a:xfrm>
            <a:off x="474573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" name="s07-moe-checkpoint-5:2:75:rect"/>
          <p:cNvSpPr/>
          <p:nvPr/>
        </p:nvSpPr>
        <p:spPr>
          <a:xfrm>
            <a:off x="483260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" name="s07-moe-checkpoint-5:2:76:rect"/>
          <p:cNvSpPr/>
          <p:nvPr/>
        </p:nvSpPr>
        <p:spPr>
          <a:xfrm>
            <a:off x="491947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" name="s07-moe-checkpoint-5:2:77:rect"/>
          <p:cNvSpPr/>
          <p:nvPr/>
        </p:nvSpPr>
        <p:spPr>
          <a:xfrm>
            <a:off x="500634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9" name="s07-moe-checkpoint-5:2:78:rect"/>
          <p:cNvSpPr/>
          <p:nvPr/>
        </p:nvSpPr>
        <p:spPr>
          <a:xfrm>
            <a:off x="509320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0" name="s07-moe-checkpoint-5:2:79:rect"/>
          <p:cNvSpPr/>
          <p:nvPr/>
        </p:nvSpPr>
        <p:spPr>
          <a:xfrm>
            <a:off x="518007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1" name="s07-moe-checkpoint-5:2:80:rect"/>
          <p:cNvSpPr/>
          <p:nvPr/>
        </p:nvSpPr>
        <p:spPr>
          <a:xfrm>
            <a:off x="526694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2" name="s07-moe-checkpoint-5:2:81:rect"/>
          <p:cNvSpPr/>
          <p:nvPr/>
        </p:nvSpPr>
        <p:spPr>
          <a:xfrm>
            <a:off x="535381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3" name="s07-moe-checkpoint-5:2:82:rect"/>
          <p:cNvSpPr/>
          <p:nvPr/>
        </p:nvSpPr>
        <p:spPr>
          <a:xfrm>
            <a:off x="544068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4" name="s07-moe-checkpoint-5:2:83:rect"/>
          <p:cNvSpPr/>
          <p:nvPr/>
        </p:nvSpPr>
        <p:spPr>
          <a:xfrm>
            <a:off x="552754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5" name="s07-moe-checkpoint-5:2:84:rect"/>
          <p:cNvSpPr/>
          <p:nvPr/>
        </p:nvSpPr>
        <p:spPr>
          <a:xfrm>
            <a:off x="561441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6" name="s07-moe-checkpoint-5:2:85:rect"/>
          <p:cNvSpPr/>
          <p:nvPr/>
        </p:nvSpPr>
        <p:spPr>
          <a:xfrm>
            <a:off x="570128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7" name="s07-moe-checkpoint-5:2:86:rect"/>
          <p:cNvSpPr/>
          <p:nvPr/>
        </p:nvSpPr>
        <p:spPr>
          <a:xfrm>
            <a:off x="578815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8" name="s07-moe-checkpoint-5:2:87:rect"/>
          <p:cNvSpPr/>
          <p:nvPr/>
        </p:nvSpPr>
        <p:spPr>
          <a:xfrm>
            <a:off x="587502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9" name="s07-moe-checkpoint-5:2:88:rect"/>
          <p:cNvSpPr/>
          <p:nvPr/>
        </p:nvSpPr>
        <p:spPr>
          <a:xfrm>
            <a:off x="596188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0" name="s07-moe-checkpoint-5:2:89:rect"/>
          <p:cNvSpPr/>
          <p:nvPr/>
        </p:nvSpPr>
        <p:spPr>
          <a:xfrm>
            <a:off x="604875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1" name="s07-moe-checkpoint-5:2:90:rect"/>
          <p:cNvSpPr/>
          <p:nvPr/>
        </p:nvSpPr>
        <p:spPr>
          <a:xfrm>
            <a:off x="613562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2" name="s07-moe-checkpoint-5:2:91:rect"/>
          <p:cNvSpPr/>
          <p:nvPr/>
        </p:nvSpPr>
        <p:spPr>
          <a:xfrm>
            <a:off x="622249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3" name="s07-moe-checkpoint-5:2:92:rect"/>
          <p:cNvSpPr/>
          <p:nvPr/>
        </p:nvSpPr>
        <p:spPr>
          <a:xfrm>
            <a:off x="630936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4" name="s07-moe-checkpoint-5:2:93:rect"/>
          <p:cNvSpPr/>
          <p:nvPr/>
        </p:nvSpPr>
        <p:spPr>
          <a:xfrm>
            <a:off x="639622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5" name="s07-moe-checkpoint-5:2:94:rect"/>
          <p:cNvSpPr/>
          <p:nvPr/>
        </p:nvSpPr>
        <p:spPr>
          <a:xfrm>
            <a:off x="648309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6" name="s07-moe-checkpoint-5:2:95:rect"/>
          <p:cNvSpPr/>
          <p:nvPr/>
        </p:nvSpPr>
        <p:spPr>
          <a:xfrm>
            <a:off x="656996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7" name="s07-moe-checkpoint-5:2:96:rect"/>
          <p:cNvSpPr/>
          <p:nvPr/>
        </p:nvSpPr>
        <p:spPr>
          <a:xfrm>
            <a:off x="457200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8" name="s07-moe-checkpoint-5:2:97:rect"/>
          <p:cNvSpPr/>
          <p:nvPr/>
        </p:nvSpPr>
        <p:spPr>
          <a:xfrm>
            <a:off x="465886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9" name="s07-moe-checkpoint-5:2:98:rect"/>
          <p:cNvSpPr/>
          <p:nvPr/>
        </p:nvSpPr>
        <p:spPr>
          <a:xfrm>
            <a:off x="474573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0" name="s07-moe-checkpoint-5:2:99:rect"/>
          <p:cNvSpPr/>
          <p:nvPr/>
        </p:nvSpPr>
        <p:spPr>
          <a:xfrm>
            <a:off x="483260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1" name="s07-moe-checkpoint-5:2:100:rect"/>
          <p:cNvSpPr/>
          <p:nvPr/>
        </p:nvSpPr>
        <p:spPr>
          <a:xfrm>
            <a:off x="491947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2" name="s07-moe-checkpoint-5:2:101:rect"/>
          <p:cNvSpPr/>
          <p:nvPr/>
        </p:nvSpPr>
        <p:spPr>
          <a:xfrm>
            <a:off x="500634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3" name="s07-moe-checkpoint-5:2:102:rect"/>
          <p:cNvSpPr/>
          <p:nvPr/>
        </p:nvSpPr>
        <p:spPr>
          <a:xfrm>
            <a:off x="509320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4" name="s07-moe-checkpoint-5:2:103:rect"/>
          <p:cNvSpPr/>
          <p:nvPr/>
        </p:nvSpPr>
        <p:spPr>
          <a:xfrm>
            <a:off x="518007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5" name="s07-moe-checkpoint-5:2:104:rect"/>
          <p:cNvSpPr/>
          <p:nvPr/>
        </p:nvSpPr>
        <p:spPr>
          <a:xfrm>
            <a:off x="526694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6" name="s07-moe-checkpoint-5:2:105:rect"/>
          <p:cNvSpPr/>
          <p:nvPr/>
        </p:nvSpPr>
        <p:spPr>
          <a:xfrm>
            <a:off x="535381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7" name="s07-moe-checkpoint-5:2:106:rect"/>
          <p:cNvSpPr/>
          <p:nvPr/>
        </p:nvSpPr>
        <p:spPr>
          <a:xfrm>
            <a:off x="544068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8" name="s07-moe-checkpoint-5:2:107:rect"/>
          <p:cNvSpPr/>
          <p:nvPr/>
        </p:nvSpPr>
        <p:spPr>
          <a:xfrm>
            <a:off x="552754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9" name="s07-moe-checkpoint-5:2:108:rect"/>
          <p:cNvSpPr/>
          <p:nvPr/>
        </p:nvSpPr>
        <p:spPr>
          <a:xfrm>
            <a:off x="561441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0" name="s07-moe-checkpoint-5:2:109:rect"/>
          <p:cNvSpPr/>
          <p:nvPr/>
        </p:nvSpPr>
        <p:spPr>
          <a:xfrm>
            <a:off x="570128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1" name="s07-moe-checkpoint-5:2:110:rect"/>
          <p:cNvSpPr/>
          <p:nvPr/>
        </p:nvSpPr>
        <p:spPr>
          <a:xfrm>
            <a:off x="578815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2" name="s07-moe-checkpoint-5:2:111:rect"/>
          <p:cNvSpPr/>
          <p:nvPr/>
        </p:nvSpPr>
        <p:spPr>
          <a:xfrm>
            <a:off x="587502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3" name="s07-moe-checkpoint-5:2:1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4" name="s07-moe-checkpoint-5:2:113:rect"/>
          <p:cNvSpPr/>
          <p:nvPr/>
        </p:nvSpPr>
        <p:spPr>
          <a:xfrm>
            <a:off x="604875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5" name="s07-moe-checkpoint-5:2:114:rect"/>
          <p:cNvSpPr/>
          <p:nvPr/>
        </p:nvSpPr>
        <p:spPr>
          <a:xfrm>
            <a:off x="613562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6" name="s07-moe-checkpoint-5:2:115:rect"/>
          <p:cNvSpPr/>
          <p:nvPr/>
        </p:nvSpPr>
        <p:spPr>
          <a:xfrm>
            <a:off x="622249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7" name="s07-moe-checkpoint-5:2:116:rect"/>
          <p:cNvSpPr/>
          <p:nvPr/>
        </p:nvSpPr>
        <p:spPr>
          <a:xfrm>
            <a:off x="630936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8" name="s07-moe-checkpoint-5:2:117:rect"/>
          <p:cNvSpPr/>
          <p:nvPr/>
        </p:nvSpPr>
        <p:spPr>
          <a:xfrm>
            <a:off x="639622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9" name="s07-moe-checkpoint-5:2:118:rect"/>
          <p:cNvSpPr/>
          <p:nvPr/>
        </p:nvSpPr>
        <p:spPr>
          <a:xfrm>
            <a:off x="648309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0" name="s07-moe-checkpoint-5:2:119:rect"/>
          <p:cNvSpPr/>
          <p:nvPr/>
        </p:nvSpPr>
        <p:spPr>
          <a:xfrm>
            <a:off x="656996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1" name="s07-moe-checkpoint-5:2:120:rect"/>
          <p:cNvSpPr/>
          <p:nvPr/>
        </p:nvSpPr>
        <p:spPr>
          <a:xfrm>
            <a:off x="457200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2" name="s07-moe-checkpoint-5:2:121:rect"/>
          <p:cNvSpPr/>
          <p:nvPr/>
        </p:nvSpPr>
        <p:spPr>
          <a:xfrm>
            <a:off x="465886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3" name="s07-moe-checkpoint-5:2:122:rect"/>
          <p:cNvSpPr/>
          <p:nvPr/>
        </p:nvSpPr>
        <p:spPr>
          <a:xfrm>
            <a:off x="474573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4" name="s07-moe-checkpoint-5:2:123:rect"/>
          <p:cNvSpPr/>
          <p:nvPr/>
        </p:nvSpPr>
        <p:spPr>
          <a:xfrm>
            <a:off x="483260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5" name="s07-moe-checkpoint-5:2:124:rect"/>
          <p:cNvSpPr/>
          <p:nvPr/>
        </p:nvSpPr>
        <p:spPr>
          <a:xfrm>
            <a:off x="491947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6" name="s07-moe-checkpoint-5:2:125:rect"/>
          <p:cNvSpPr/>
          <p:nvPr/>
        </p:nvSpPr>
        <p:spPr>
          <a:xfrm>
            <a:off x="500634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7" name="s07-moe-checkpoint-5:2:126:rect"/>
          <p:cNvSpPr/>
          <p:nvPr/>
        </p:nvSpPr>
        <p:spPr>
          <a:xfrm>
            <a:off x="509320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8" name="s07-moe-checkpoint-5:2:127:rect"/>
          <p:cNvSpPr/>
          <p:nvPr/>
        </p:nvSpPr>
        <p:spPr>
          <a:xfrm>
            <a:off x="518007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9" name="s07-moe-checkpoint-5:2:128:rect"/>
          <p:cNvSpPr/>
          <p:nvPr/>
        </p:nvSpPr>
        <p:spPr>
          <a:xfrm>
            <a:off x="526694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0" name="s07-moe-checkpoint-5:2:129:rect"/>
          <p:cNvSpPr/>
          <p:nvPr/>
        </p:nvSpPr>
        <p:spPr>
          <a:xfrm>
            <a:off x="535381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1" name="s07-moe-checkpoint-5:2:130:rect"/>
          <p:cNvSpPr/>
          <p:nvPr/>
        </p:nvSpPr>
        <p:spPr>
          <a:xfrm>
            <a:off x="544068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2" name="s07-moe-checkpoint-5:2:131:rect"/>
          <p:cNvSpPr/>
          <p:nvPr/>
        </p:nvSpPr>
        <p:spPr>
          <a:xfrm>
            <a:off x="552754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3" name="s07-moe-checkpoint-5:2:132:rect"/>
          <p:cNvSpPr/>
          <p:nvPr/>
        </p:nvSpPr>
        <p:spPr>
          <a:xfrm>
            <a:off x="561441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4" name="s07-moe-checkpoint-5:2:133:rect"/>
          <p:cNvSpPr/>
          <p:nvPr/>
        </p:nvSpPr>
        <p:spPr>
          <a:xfrm>
            <a:off x="570128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5" name="s07-moe-checkpoint-5:2:134:rect"/>
          <p:cNvSpPr/>
          <p:nvPr/>
        </p:nvSpPr>
        <p:spPr>
          <a:xfrm>
            <a:off x="578815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6" name="s07-moe-checkpoint-5:2:135:rect"/>
          <p:cNvSpPr/>
          <p:nvPr/>
        </p:nvSpPr>
        <p:spPr>
          <a:xfrm>
            <a:off x="587502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7" name="s07-moe-checkpoint-5:2:136:rect"/>
          <p:cNvSpPr/>
          <p:nvPr/>
        </p:nvSpPr>
        <p:spPr>
          <a:xfrm>
            <a:off x="596188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8" name="s07-moe-checkpoint-5:2:137:rect"/>
          <p:cNvSpPr/>
          <p:nvPr/>
        </p:nvSpPr>
        <p:spPr>
          <a:xfrm>
            <a:off x="604875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9" name="s07-moe-checkpoint-5:2:138:rect"/>
          <p:cNvSpPr/>
          <p:nvPr/>
        </p:nvSpPr>
        <p:spPr>
          <a:xfrm>
            <a:off x="613562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0" name="s07-moe-checkpoint-5:2:139:rect"/>
          <p:cNvSpPr/>
          <p:nvPr/>
        </p:nvSpPr>
        <p:spPr>
          <a:xfrm>
            <a:off x="622249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1" name="s07-moe-checkpoint-5:2:140:rect"/>
          <p:cNvSpPr/>
          <p:nvPr/>
        </p:nvSpPr>
        <p:spPr>
          <a:xfrm>
            <a:off x="630936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2" name="s07-moe-checkpoint-5:2:141:rect"/>
          <p:cNvSpPr/>
          <p:nvPr/>
        </p:nvSpPr>
        <p:spPr>
          <a:xfrm>
            <a:off x="639622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3" name="s07-moe-checkpoint-5:2:142:rect"/>
          <p:cNvSpPr/>
          <p:nvPr/>
        </p:nvSpPr>
        <p:spPr>
          <a:xfrm>
            <a:off x="648309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4" name="s07-moe-checkpoint-5:2:143:rect"/>
          <p:cNvSpPr/>
          <p:nvPr/>
        </p:nvSpPr>
        <p:spPr>
          <a:xfrm>
            <a:off x="656996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5" name="s07-moe-checkpoint-5:2:144:rect"/>
          <p:cNvSpPr/>
          <p:nvPr/>
        </p:nvSpPr>
        <p:spPr>
          <a:xfrm>
            <a:off x="457200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6" name="s07-moe-checkpoint-5:2:145:rect"/>
          <p:cNvSpPr/>
          <p:nvPr/>
        </p:nvSpPr>
        <p:spPr>
          <a:xfrm>
            <a:off x="465886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7" name="s07-moe-checkpoint-5:2:146:rect"/>
          <p:cNvSpPr/>
          <p:nvPr/>
        </p:nvSpPr>
        <p:spPr>
          <a:xfrm>
            <a:off x="474573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8" name="s07-moe-checkpoint-5:2:147:rect"/>
          <p:cNvSpPr/>
          <p:nvPr/>
        </p:nvSpPr>
        <p:spPr>
          <a:xfrm>
            <a:off x="483260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9" name="s07-moe-checkpoint-5:2:148:rect"/>
          <p:cNvSpPr/>
          <p:nvPr/>
        </p:nvSpPr>
        <p:spPr>
          <a:xfrm>
            <a:off x="491947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0" name="s07-moe-checkpoint-5:2:149:rect"/>
          <p:cNvSpPr/>
          <p:nvPr/>
        </p:nvSpPr>
        <p:spPr>
          <a:xfrm>
            <a:off x="500634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1" name="s07-moe-checkpoint-5:2:150:rect"/>
          <p:cNvSpPr/>
          <p:nvPr/>
        </p:nvSpPr>
        <p:spPr>
          <a:xfrm>
            <a:off x="509320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2" name="s07-moe-checkpoint-5:2:151:rect"/>
          <p:cNvSpPr/>
          <p:nvPr/>
        </p:nvSpPr>
        <p:spPr>
          <a:xfrm>
            <a:off x="518007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3" name="s07-moe-checkpoint-5:2:152:rect"/>
          <p:cNvSpPr/>
          <p:nvPr/>
        </p:nvSpPr>
        <p:spPr>
          <a:xfrm>
            <a:off x="526694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4" name="s07-moe-checkpoint-5:2:153:rect"/>
          <p:cNvSpPr/>
          <p:nvPr/>
        </p:nvSpPr>
        <p:spPr>
          <a:xfrm>
            <a:off x="535381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5" name="s07-moe-checkpoint-5:2:154:rect"/>
          <p:cNvSpPr/>
          <p:nvPr/>
        </p:nvSpPr>
        <p:spPr>
          <a:xfrm>
            <a:off x="544068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6" name="s07-moe-checkpoint-5:2:155:rect"/>
          <p:cNvSpPr/>
          <p:nvPr/>
        </p:nvSpPr>
        <p:spPr>
          <a:xfrm>
            <a:off x="552754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7" name="s07-moe-checkpoint-5:2:156:rect"/>
          <p:cNvSpPr/>
          <p:nvPr/>
        </p:nvSpPr>
        <p:spPr>
          <a:xfrm>
            <a:off x="561441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8" name="s07-moe-checkpoint-5:2:157:rect"/>
          <p:cNvSpPr/>
          <p:nvPr/>
        </p:nvSpPr>
        <p:spPr>
          <a:xfrm>
            <a:off x="570128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9" name="s07-moe-checkpoint-5:2:158:rect"/>
          <p:cNvSpPr/>
          <p:nvPr/>
        </p:nvSpPr>
        <p:spPr>
          <a:xfrm>
            <a:off x="578815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0" name="s07-moe-checkpoint-5:2:159:rect"/>
          <p:cNvSpPr/>
          <p:nvPr/>
        </p:nvSpPr>
        <p:spPr>
          <a:xfrm>
            <a:off x="587502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1" name="s07-moe-checkpoint-5:2:160:rect"/>
          <p:cNvSpPr/>
          <p:nvPr/>
        </p:nvSpPr>
        <p:spPr>
          <a:xfrm>
            <a:off x="596188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2" name="s07-moe-checkpoint-5:2:161:rect"/>
          <p:cNvSpPr/>
          <p:nvPr/>
        </p:nvSpPr>
        <p:spPr>
          <a:xfrm>
            <a:off x="604875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3" name="s07-moe-checkpoint-5:2:162:rect"/>
          <p:cNvSpPr/>
          <p:nvPr/>
        </p:nvSpPr>
        <p:spPr>
          <a:xfrm>
            <a:off x="613562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4" name="s07-moe-checkpoint-5:2:163:rect"/>
          <p:cNvSpPr/>
          <p:nvPr/>
        </p:nvSpPr>
        <p:spPr>
          <a:xfrm>
            <a:off x="622249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5" name="s07-moe-checkpoint-5:2:164:rect"/>
          <p:cNvSpPr/>
          <p:nvPr/>
        </p:nvSpPr>
        <p:spPr>
          <a:xfrm>
            <a:off x="630936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6" name="s07-moe-checkpoint-5:2:165:rect"/>
          <p:cNvSpPr/>
          <p:nvPr/>
        </p:nvSpPr>
        <p:spPr>
          <a:xfrm>
            <a:off x="639622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7" name="s07-moe-checkpoint-5:2:166:rect"/>
          <p:cNvSpPr/>
          <p:nvPr/>
        </p:nvSpPr>
        <p:spPr>
          <a:xfrm>
            <a:off x="648309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8" name="s07-moe-checkpoint-5:2:167:rect"/>
          <p:cNvSpPr/>
          <p:nvPr/>
        </p:nvSpPr>
        <p:spPr>
          <a:xfrm>
            <a:off x="656996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9" name="s07-moe-checkpoint-5:2:168:rect"/>
          <p:cNvSpPr/>
          <p:nvPr/>
        </p:nvSpPr>
        <p:spPr>
          <a:xfrm>
            <a:off x="457200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0" name="s07-moe-checkpoint-5:2:169:rect"/>
          <p:cNvSpPr/>
          <p:nvPr/>
        </p:nvSpPr>
        <p:spPr>
          <a:xfrm>
            <a:off x="465886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1" name="s07-moe-checkpoint-5:2:170:rect"/>
          <p:cNvSpPr/>
          <p:nvPr/>
        </p:nvSpPr>
        <p:spPr>
          <a:xfrm>
            <a:off x="474573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2" name="s07-moe-checkpoint-5:2:171:rect"/>
          <p:cNvSpPr/>
          <p:nvPr/>
        </p:nvSpPr>
        <p:spPr>
          <a:xfrm>
            <a:off x="483260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3" name="s07-moe-checkpoint-5:2:172:rect"/>
          <p:cNvSpPr/>
          <p:nvPr/>
        </p:nvSpPr>
        <p:spPr>
          <a:xfrm>
            <a:off x="491947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4" name="s07-moe-checkpoint-5:2:173:rect"/>
          <p:cNvSpPr/>
          <p:nvPr/>
        </p:nvSpPr>
        <p:spPr>
          <a:xfrm>
            <a:off x="500634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5" name="s07-moe-checkpoint-5:2:174:rect"/>
          <p:cNvSpPr/>
          <p:nvPr/>
        </p:nvSpPr>
        <p:spPr>
          <a:xfrm>
            <a:off x="509320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6" name="s07-moe-checkpoint-5:2:175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7" name="s07-moe-checkpoint-5:2:176:rect"/>
          <p:cNvSpPr/>
          <p:nvPr/>
        </p:nvSpPr>
        <p:spPr>
          <a:xfrm>
            <a:off x="526694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8" name="s07-moe-checkpoint-5:2:177:rect"/>
          <p:cNvSpPr/>
          <p:nvPr/>
        </p:nvSpPr>
        <p:spPr>
          <a:xfrm>
            <a:off x="535381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9" name="s07-moe-checkpoint-5:2:178:rect"/>
          <p:cNvSpPr/>
          <p:nvPr/>
        </p:nvSpPr>
        <p:spPr>
          <a:xfrm>
            <a:off x="544068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0" name="s07-moe-checkpoint-5:2:179:rect"/>
          <p:cNvSpPr/>
          <p:nvPr/>
        </p:nvSpPr>
        <p:spPr>
          <a:xfrm>
            <a:off x="552754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1" name="s07-moe-checkpoint-5:2:180:rect"/>
          <p:cNvSpPr/>
          <p:nvPr/>
        </p:nvSpPr>
        <p:spPr>
          <a:xfrm>
            <a:off x="561441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2" name="s07-moe-checkpoint-5:2:181:rect"/>
          <p:cNvSpPr/>
          <p:nvPr/>
        </p:nvSpPr>
        <p:spPr>
          <a:xfrm>
            <a:off x="570128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3" name="s07-moe-checkpoint-5:2:182:rect"/>
          <p:cNvSpPr/>
          <p:nvPr/>
        </p:nvSpPr>
        <p:spPr>
          <a:xfrm>
            <a:off x="578815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4" name="s07-moe-checkpoint-5:2:183:rect"/>
          <p:cNvSpPr/>
          <p:nvPr/>
        </p:nvSpPr>
        <p:spPr>
          <a:xfrm>
            <a:off x="587502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5" name="s07-moe-checkpoint-5:2:184:rect"/>
          <p:cNvSpPr/>
          <p:nvPr/>
        </p:nvSpPr>
        <p:spPr>
          <a:xfrm>
            <a:off x="596188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6" name="s07-moe-checkpoint-5:2:185:rect"/>
          <p:cNvSpPr/>
          <p:nvPr/>
        </p:nvSpPr>
        <p:spPr>
          <a:xfrm>
            <a:off x="604875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7" name="s07-moe-checkpoint-5:2:186:rect"/>
          <p:cNvSpPr/>
          <p:nvPr/>
        </p:nvSpPr>
        <p:spPr>
          <a:xfrm>
            <a:off x="613562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8" name="s07-moe-checkpoint-5:2:187:rect"/>
          <p:cNvSpPr/>
          <p:nvPr/>
        </p:nvSpPr>
        <p:spPr>
          <a:xfrm>
            <a:off x="622249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9" name="s07-moe-checkpoint-5:2:188:rect"/>
          <p:cNvSpPr/>
          <p:nvPr/>
        </p:nvSpPr>
        <p:spPr>
          <a:xfrm>
            <a:off x="630936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0" name="s07-moe-checkpoint-5:2:189:rect"/>
          <p:cNvSpPr/>
          <p:nvPr/>
        </p:nvSpPr>
        <p:spPr>
          <a:xfrm>
            <a:off x="639622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1" name="s07-moe-checkpoint-5:2:190:rect"/>
          <p:cNvSpPr/>
          <p:nvPr/>
        </p:nvSpPr>
        <p:spPr>
          <a:xfrm>
            <a:off x="648309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2" name="s07-moe-checkpoint-5:2:191:rect"/>
          <p:cNvSpPr/>
          <p:nvPr/>
        </p:nvSpPr>
        <p:spPr>
          <a:xfrm>
            <a:off x="656996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3" name="s07-moe-checkpoint-5:2:192:rect"/>
          <p:cNvSpPr/>
          <p:nvPr/>
        </p:nvSpPr>
        <p:spPr>
          <a:xfrm>
            <a:off x="457200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4" name="s07-moe-checkpoint-5:2:193:rect"/>
          <p:cNvSpPr/>
          <p:nvPr/>
        </p:nvSpPr>
        <p:spPr>
          <a:xfrm>
            <a:off x="465886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5" name="s07-moe-checkpoint-5:2:194:rect"/>
          <p:cNvSpPr/>
          <p:nvPr/>
        </p:nvSpPr>
        <p:spPr>
          <a:xfrm>
            <a:off x="474573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6" name="s07-moe-checkpoint-5:2:195:rect"/>
          <p:cNvSpPr/>
          <p:nvPr/>
        </p:nvSpPr>
        <p:spPr>
          <a:xfrm>
            <a:off x="483260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7" name="s07-moe-checkpoint-5:2:196:rect"/>
          <p:cNvSpPr/>
          <p:nvPr/>
        </p:nvSpPr>
        <p:spPr>
          <a:xfrm>
            <a:off x="491947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8" name="s07-moe-checkpoint-5:2:197:rect"/>
          <p:cNvSpPr/>
          <p:nvPr/>
        </p:nvSpPr>
        <p:spPr>
          <a:xfrm>
            <a:off x="500634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9" name="s07-moe-checkpoint-5:2:198:rect"/>
          <p:cNvSpPr/>
          <p:nvPr/>
        </p:nvSpPr>
        <p:spPr>
          <a:xfrm>
            <a:off x="509320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0" name="s07-moe-checkpoint-5:2:199:rect"/>
          <p:cNvSpPr/>
          <p:nvPr/>
        </p:nvSpPr>
        <p:spPr>
          <a:xfrm>
            <a:off x="518007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1" name="s07-moe-checkpoint-5:2:200:rect"/>
          <p:cNvSpPr/>
          <p:nvPr/>
        </p:nvSpPr>
        <p:spPr>
          <a:xfrm>
            <a:off x="526694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2" name="s07-moe-checkpoint-5:2:201:rect"/>
          <p:cNvSpPr/>
          <p:nvPr/>
        </p:nvSpPr>
        <p:spPr>
          <a:xfrm>
            <a:off x="535381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3" name="s07-moe-checkpoint-5:2:202:rect"/>
          <p:cNvSpPr/>
          <p:nvPr/>
        </p:nvSpPr>
        <p:spPr>
          <a:xfrm>
            <a:off x="544068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4" name="s07-moe-checkpoint-5:2:203:rect"/>
          <p:cNvSpPr/>
          <p:nvPr/>
        </p:nvSpPr>
        <p:spPr>
          <a:xfrm>
            <a:off x="552754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5" name="s07-moe-checkpoint-5:2:204:rect"/>
          <p:cNvSpPr/>
          <p:nvPr/>
        </p:nvSpPr>
        <p:spPr>
          <a:xfrm>
            <a:off x="561441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6" name="s07-moe-checkpoint-5:2:205:rect"/>
          <p:cNvSpPr/>
          <p:nvPr/>
        </p:nvSpPr>
        <p:spPr>
          <a:xfrm>
            <a:off x="570128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7" name="s07-moe-checkpoint-5:2:206:rect"/>
          <p:cNvSpPr/>
          <p:nvPr/>
        </p:nvSpPr>
        <p:spPr>
          <a:xfrm>
            <a:off x="578815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8" name="s07-moe-checkpoint-5:2:207:rect"/>
          <p:cNvSpPr/>
          <p:nvPr/>
        </p:nvSpPr>
        <p:spPr>
          <a:xfrm>
            <a:off x="587502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9" name="s07-moe-checkpoint-5:2:208:rect"/>
          <p:cNvSpPr/>
          <p:nvPr/>
        </p:nvSpPr>
        <p:spPr>
          <a:xfrm>
            <a:off x="596188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0" name="s07-moe-checkpoint-5:2:209:rect"/>
          <p:cNvSpPr/>
          <p:nvPr/>
        </p:nvSpPr>
        <p:spPr>
          <a:xfrm>
            <a:off x="604875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1" name="s07-moe-checkpoint-5:2:210:rect"/>
          <p:cNvSpPr/>
          <p:nvPr/>
        </p:nvSpPr>
        <p:spPr>
          <a:xfrm>
            <a:off x="613562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2" name="s07-moe-checkpoint-5:2:211:rect"/>
          <p:cNvSpPr/>
          <p:nvPr/>
        </p:nvSpPr>
        <p:spPr>
          <a:xfrm>
            <a:off x="622249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3" name="s07-moe-checkpoint-5:2:212:rect"/>
          <p:cNvSpPr/>
          <p:nvPr/>
        </p:nvSpPr>
        <p:spPr>
          <a:xfrm>
            <a:off x="630936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4" name="s07-moe-checkpoint-5:2:213:rect"/>
          <p:cNvSpPr/>
          <p:nvPr/>
        </p:nvSpPr>
        <p:spPr>
          <a:xfrm>
            <a:off x="639622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5" name="s07-moe-checkpoint-5:2:214:rect"/>
          <p:cNvSpPr/>
          <p:nvPr/>
        </p:nvSpPr>
        <p:spPr>
          <a:xfrm>
            <a:off x="648309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6" name="s07-moe-checkpoint-5:2:215:rect"/>
          <p:cNvSpPr/>
          <p:nvPr/>
        </p:nvSpPr>
        <p:spPr>
          <a:xfrm>
            <a:off x="656996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7" name="s07-moe-checkpoint-5:2:216:rect"/>
          <p:cNvSpPr/>
          <p:nvPr/>
        </p:nvSpPr>
        <p:spPr>
          <a:xfrm>
            <a:off x="457200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8" name="s07-moe-checkpoint-5:2:217:rect"/>
          <p:cNvSpPr/>
          <p:nvPr/>
        </p:nvSpPr>
        <p:spPr>
          <a:xfrm>
            <a:off x="465886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9" name="s07-moe-checkpoint-5:2:218:rect"/>
          <p:cNvSpPr/>
          <p:nvPr/>
        </p:nvSpPr>
        <p:spPr>
          <a:xfrm>
            <a:off x="474573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0" name="s07-moe-checkpoint-5:2:219:rect"/>
          <p:cNvSpPr/>
          <p:nvPr/>
        </p:nvSpPr>
        <p:spPr>
          <a:xfrm>
            <a:off x="483260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1" name="s07-moe-checkpoint-5:2:220:rect"/>
          <p:cNvSpPr/>
          <p:nvPr/>
        </p:nvSpPr>
        <p:spPr>
          <a:xfrm>
            <a:off x="491947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2" name="s07-moe-checkpoint-5:2:221:rect"/>
          <p:cNvSpPr/>
          <p:nvPr/>
        </p:nvSpPr>
        <p:spPr>
          <a:xfrm>
            <a:off x="500634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3" name="s07-moe-checkpoint-5:2:222:rect"/>
          <p:cNvSpPr/>
          <p:nvPr/>
        </p:nvSpPr>
        <p:spPr>
          <a:xfrm>
            <a:off x="509320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4" name="s07-moe-checkpoint-5:2:223:rect"/>
          <p:cNvSpPr/>
          <p:nvPr/>
        </p:nvSpPr>
        <p:spPr>
          <a:xfrm>
            <a:off x="518007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5" name="s07-moe-checkpoint-5:2:224:rect"/>
          <p:cNvSpPr/>
          <p:nvPr/>
        </p:nvSpPr>
        <p:spPr>
          <a:xfrm>
            <a:off x="526694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6" name="s07-moe-checkpoint-5:2:225:rect"/>
          <p:cNvSpPr/>
          <p:nvPr/>
        </p:nvSpPr>
        <p:spPr>
          <a:xfrm>
            <a:off x="535381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7" name="s07-moe-checkpoint-5:2:226:rect"/>
          <p:cNvSpPr/>
          <p:nvPr/>
        </p:nvSpPr>
        <p:spPr>
          <a:xfrm>
            <a:off x="544068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8" name="s07-moe-checkpoint-5:2:227:rect"/>
          <p:cNvSpPr/>
          <p:nvPr/>
        </p:nvSpPr>
        <p:spPr>
          <a:xfrm>
            <a:off x="552754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9" name="s07-moe-checkpoint-5:2:228:rect"/>
          <p:cNvSpPr/>
          <p:nvPr/>
        </p:nvSpPr>
        <p:spPr>
          <a:xfrm>
            <a:off x="561441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0" name="s07-moe-checkpoint-5:2:229:rect"/>
          <p:cNvSpPr/>
          <p:nvPr/>
        </p:nvSpPr>
        <p:spPr>
          <a:xfrm>
            <a:off x="570128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1" name="s07-moe-checkpoint-5:2:230:rect"/>
          <p:cNvSpPr/>
          <p:nvPr/>
        </p:nvSpPr>
        <p:spPr>
          <a:xfrm>
            <a:off x="578815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2" name="s07-moe-checkpoint-5:2:231:rect"/>
          <p:cNvSpPr/>
          <p:nvPr/>
        </p:nvSpPr>
        <p:spPr>
          <a:xfrm>
            <a:off x="587502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3" name="s07-moe-checkpoint-5:2:232:rect"/>
          <p:cNvSpPr/>
          <p:nvPr/>
        </p:nvSpPr>
        <p:spPr>
          <a:xfrm>
            <a:off x="596188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4" name="s07-moe-checkpoint-5:2:233:rect"/>
          <p:cNvSpPr/>
          <p:nvPr/>
        </p:nvSpPr>
        <p:spPr>
          <a:xfrm>
            <a:off x="604875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5" name="s07-moe-checkpoint-5:2:234:rect"/>
          <p:cNvSpPr/>
          <p:nvPr/>
        </p:nvSpPr>
        <p:spPr>
          <a:xfrm>
            <a:off x="613562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6" name="s07-moe-checkpoint-5:2:235:rect"/>
          <p:cNvSpPr/>
          <p:nvPr/>
        </p:nvSpPr>
        <p:spPr>
          <a:xfrm>
            <a:off x="622249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7" name="s07-moe-checkpoint-5:2:236:rect"/>
          <p:cNvSpPr/>
          <p:nvPr/>
        </p:nvSpPr>
        <p:spPr>
          <a:xfrm>
            <a:off x="630936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8" name="s07-moe-checkpoint-5:2:237:rect"/>
          <p:cNvSpPr/>
          <p:nvPr/>
        </p:nvSpPr>
        <p:spPr>
          <a:xfrm>
            <a:off x="639622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9" name="s07-moe-checkpoint-5:2:238:rect"/>
          <p:cNvSpPr/>
          <p:nvPr/>
        </p:nvSpPr>
        <p:spPr>
          <a:xfrm>
            <a:off x="648309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0" name="s07-moe-checkpoint-5:2:239:rect"/>
          <p:cNvSpPr/>
          <p:nvPr/>
        </p:nvSpPr>
        <p:spPr>
          <a:xfrm>
            <a:off x="656996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1" name="s07-moe-checkpoint-5:2:240:rect"/>
          <p:cNvSpPr/>
          <p:nvPr/>
        </p:nvSpPr>
        <p:spPr>
          <a:xfrm>
            <a:off x="457200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2" name="s07-moe-checkpoint-5:2:241:rect"/>
          <p:cNvSpPr/>
          <p:nvPr/>
        </p:nvSpPr>
        <p:spPr>
          <a:xfrm>
            <a:off x="465886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3" name="s07-moe-checkpoint-5:2:242:rect"/>
          <p:cNvSpPr/>
          <p:nvPr/>
        </p:nvSpPr>
        <p:spPr>
          <a:xfrm>
            <a:off x="474573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4" name="s07-moe-checkpoint-5:2:243:rect"/>
          <p:cNvSpPr/>
          <p:nvPr/>
        </p:nvSpPr>
        <p:spPr>
          <a:xfrm>
            <a:off x="483260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5" name="s07-moe-checkpoint-5:2:244:rect"/>
          <p:cNvSpPr/>
          <p:nvPr/>
        </p:nvSpPr>
        <p:spPr>
          <a:xfrm>
            <a:off x="491947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6" name="s07-moe-checkpoint-5:2:245:rect"/>
          <p:cNvSpPr/>
          <p:nvPr/>
        </p:nvSpPr>
        <p:spPr>
          <a:xfrm>
            <a:off x="500634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7" name="s07-moe-checkpoint-5:2:246:rect"/>
          <p:cNvSpPr/>
          <p:nvPr/>
        </p:nvSpPr>
        <p:spPr>
          <a:xfrm>
            <a:off x="509320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8" name="s07-moe-checkpoint-5:2:247:rect"/>
          <p:cNvSpPr/>
          <p:nvPr/>
        </p:nvSpPr>
        <p:spPr>
          <a:xfrm>
            <a:off x="518007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9" name="s07-moe-checkpoint-5:2:248:rect"/>
          <p:cNvSpPr/>
          <p:nvPr/>
        </p:nvSpPr>
        <p:spPr>
          <a:xfrm>
            <a:off x="526694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0" name="s07-moe-checkpoint-5:2:249:rect"/>
          <p:cNvSpPr/>
          <p:nvPr/>
        </p:nvSpPr>
        <p:spPr>
          <a:xfrm>
            <a:off x="535381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1" name="s07-moe-checkpoint-5:2:250:rect"/>
          <p:cNvSpPr/>
          <p:nvPr/>
        </p:nvSpPr>
        <p:spPr>
          <a:xfrm>
            <a:off x="544068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2" name="s07-moe-checkpoint-5:2:251:rect"/>
          <p:cNvSpPr/>
          <p:nvPr/>
        </p:nvSpPr>
        <p:spPr>
          <a:xfrm>
            <a:off x="552754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3" name="s07-moe-checkpoint-5:2:252:rect"/>
          <p:cNvSpPr/>
          <p:nvPr/>
        </p:nvSpPr>
        <p:spPr>
          <a:xfrm>
            <a:off x="561441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4" name="s07-moe-checkpoint-5:2:253:rect"/>
          <p:cNvSpPr/>
          <p:nvPr/>
        </p:nvSpPr>
        <p:spPr>
          <a:xfrm>
            <a:off x="570128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5" name="s07-moe-checkpoint-5:2:254:rect"/>
          <p:cNvSpPr/>
          <p:nvPr/>
        </p:nvSpPr>
        <p:spPr>
          <a:xfrm>
            <a:off x="578815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6" name="s07-moe-checkpoint-5:2:255:rect"/>
          <p:cNvSpPr/>
          <p:nvPr/>
        </p:nvSpPr>
        <p:spPr>
          <a:xfrm>
            <a:off x="587502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7" name="s07-moe-checkpoint-5:2:256:rect"/>
          <p:cNvSpPr/>
          <p:nvPr/>
        </p:nvSpPr>
        <p:spPr>
          <a:xfrm>
            <a:off x="596188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8" name="s07-moe-checkpoint-5:2:257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9" name="s07-moe-checkpoint-5:2:258:rect"/>
          <p:cNvSpPr/>
          <p:nvPr/>
        </p:nvSpPr>
        <p:spPr>
          <a:xfrm>
            <a:off x="613562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0" name="s07-moe-checkpoint-5:2:259:rect"/>
          <p:cNvSpPr/>
          <p:nvPr/>
        </p:nvSpPr>
        <p:spPr>
          <a:xfrm>
            <a:off x="622249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1" name="s07-moe-checkpoint-5:2:260:rect"/>
          <p:cNvSpPr/>
          <p:nvPr/>
        </p:nvSpPr>
        <p:spPr>
          <a:xfrm>
            <a:off x="630936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2" name="s07-moe-checkpoint-5:2:261:rect"/>
          <p:cNvSpPr/>
          <p:nvPr/>
        </p:nvSpPr>
        <p:spPr>
          <a:xfrm>
            <a:off x="639622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3" name="s07-moe-checkpoint-5:2:262:rect"/>
          <p:cNvSpPr/>
          <p:nvPr/>
        </p:nvSpPr>
        <p:spPr>
          <a:xfrm>
            <a:off x="648309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4" name="s07-moe-checkpoint-5:2:263:rect"/>
          <p:cNvSpPr/>
          <p:nvPr/>
        </p:nvSpPr>
        <p:spPr>
          <a:xfrm>
            <a:off x="656996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5" name="s07-moe-checkpoint-5:2:264:rect"/>
          <p:cNvSpPr/>
          <p:nvPr/>
        </p:nvSpPr>
        <p:spPr>
          <a:xfrm>
            <a:off x="457200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6" name="s07-moe-checkpoint-5:2:265:rect"/>
          <p:cNvSpPr/>
          <p:nvPr/>
        </p:nvSpPr>
        <p:spPr>
          <a:xfrm>
            <a:off x="465886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7" name="s07-moe-checkpoint-5:2:266:rect"/>
          <p:cNvSpPr/>
          <p:nvPr/>
        </p:nvSpPr>
        <p:spPr>
          <a:xfrm>
            <a:off x="474573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8" name="s07-moe-checkpoint-5:2:267:rect"/>
          <p:cNvSpPr/>
          <p:nvPr/>
        </p:nvSpPr>
        <p:spPr>
          <a:xfrm>
            <a:off x="483260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9" name="s07-moe-checkpoint-5:2:268:rect"/>
          <p:cNvSpPr/>
          <p:nvPr/>
        </p:nvSpPr>
        <p:spPr>
          <a:xfrm>
            <a:off x="491947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0" name="s07-moe-checkpoint-5:2:269:rect"/>
          <p:cNvSpPr/>
          <p:nvPr/>
        </p:nvSpPr>
        <p:spPr>
          <a:xfrm>
            <a:off x="500634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1" name="s07-moe-checkpoint-5:2:270:rect"/>
          <p:cNvSpPr/>
          <p:nvPr/>
        </p:nvSpPr>
        <p:spPr>
          <a:xfrm>
            <a:off x="509320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2" name="s07-moe-checkpoint-5:2:271:rect"/>
          <p:cNvSpPr/>
          <p:nvPr/>
        </p:nvSpPr>
        <p:spPr>
          <a:xfrm>
            <a:off x="518007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3" name="s07-moe-checkpoint-5:2:272:rect"/>
          <p:cNvSpPr/>
          <p:nvPr/>
        </p:nvSpPr>
        <p:spPr>
          <a:xfrm>
            <a:off x="526694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4" name="s07-moe-checkpoint-5:2:273:rect"/>
          <p:cNvSpPr/>
          <p:nvPr/>
        </p:nvSpPr>
        <p:spPr>
          <a:xfrm>
            <a:off x="535381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5" name="s07-moe-checkpoint-5:2:274:rect"/>
          <p:cNvSpPr/>
          <p:nvPr/>
        </p:nvSpPr>
        <p:spPr>
          <a:xfrm>
            <a:off x="544068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6" name="s07-moe-checkpoint-5:2:275:rect"/>
          <p:cNvSpPr/>
          <p:nvPr/>
        </p:nvSpPr>
        <p:spPr>
          <a:xfrm>
            <a:off x="552754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7" name="s07-moe-checkpoint-5:2:276:rect"/>
          <p:cNvSpPr/>
          <p:nvPr/>
        </p:nvSpPr>
        <p:spPr>
          <a:xfrm>
            <a:off x="561441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8" name="s07-moe-checkpoint-5:2:277:rect"/>
          <p:cNvSpPr/>
          <p:nvPr/>
        </p:nvSpPr>
        <p:spPr>
          <a:xfrm>
            <a:off x="570128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9" name="s07-moe-checkpoint-5:2:278:rect"/>
          <p:cNvSpPr/>
          <p:nvPr/>
        </p:nvSpPr>
        <p:spPr>
          <a:xfrm>
            <a:off x="578815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0" name="s07-moe-checkpoint-5:2:279:rect"/>
          <p:cNvSpPr/>
          <p:nvPr/>
        </p:nvSpPr>
        <p:spPr>
          <a:xfrm>
            <a:off x="587502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1" name="s07-moe-checkpoint-5:2:280:rect"/>
          <p:cNvSpPr/>
          <p:nvPr/>
        </p:nvSpPr>
        <p:spPr>
          <a:xfrm>
            <a:off x="596188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2" name="s07-moe-checkpoint-5:2:281:rect"/>
          <p:cNvSpPr/>
          <p:nvPr/>
        </p:nvSpPr>
        <p:spPr>
          <a:xfrm>
            <a:off x="604875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3" name="s07-moe-checkpoint-5:2:282:rect"/>
          <p:cNvSpPr/>
          <p:nvPr/>
        </p:nvSpPr>
        <p:spPr>
          <a:xfrm>
            <a:off x="613562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4" name="s07-moe-checkpoint-5:2:283:rect"/>
          <p:cNvSpPr/>
          <p:nvPr/>
        </p:nvSpPr>
        <p:spPr>
          <a:xfrm>
            <a:off x="622249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5" name="s07-moe-checkpoint-5:2:284:rect"/>
          <p:cNvSpPr/>
          <p:nvPr/>
        </p:nvSpPr>
        <p:spPr>
          <a:xfrm>
            <a:off x="630936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6" name="s07-moe-checkpoint-5:2:285:rect"/>
          <p:cNvSpPr/>
          <p:nvPr/>
        </p:nvSpPr>
        <p:spPr>
          <a:xfrm>
            <a:off x="639622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7" name="s07-moe-checkpoint-5:2:286:rect"/>
          <p:cNvSpPr/>
          <p:nvPr/>
        </p:nvSpPr>
        <p:spPr>
          <a:xfrm>
            <a:off x="648309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8" name="s07-moe-checkpoint-5:2:287:rect"/>
          <p:cNvSpPr/>
          <p:nvPr/>
        </p:nvSpPr>
        <p:spPr>
          <a:xfrm>
            <a:off x="656996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9" name="s07-moe-checkpoint-5:2:288:rect"/>
          <p:cNvSpPr/>
          <p:nvPr/>
        </p:nvSpPr>
        <p:spPr>
          <a:xfrm>
            <a:off x="457200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0" name="s07-moe-checkpoint-5:2:289:rect"/>
          <p:cNvSpPr/>
          <p:nvPr/>
        </p:nvSpPr>
        <p:spPr>
          <a:xfrm>
            <a:off x="465886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1" name="s07-moe-checkpoint-5:2:290:rect"/>
          <p:cNvSpPr/>
          <p:nvPr/>
        </p:nvSpPr>
        <p:spPr>
          <a:xfrm>
            <a:off x="474573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2" name="s07-moe-checkpoint-5:2:291:rect"/>
          <p:cNvSpPr/>
          <p:nvPr/>
        </p:nvSpPr>
        <p:spPr>
          <a:xfrm>
            <a:off x="483260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3" name="s07-moe-checkpoint-5:2:292:rect"/>
          <p:cNvSpPr/>
          <p:nvPr/>
        </p:nvSpPr>
        <p:spPr>
          <a:xfrm>
            <a:off x="491947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4" name="s07-moe-checkpoint-5:2:293:rect"/>
          <p:cNvSpPr/>
          <p:nvPr/>
        </p:nvSpPr>
        <p:spPr>
          <a:xfrm>
            <a:off x="500634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5" name="s07-moe-checkpoint-5:2:294:rect"/>
          <p:cNvSpPr/>
          <p:nvPr/>
        </p:nvSpPr>
        <p:spPr>
          <a:xfrm>
            <a:off x="509320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6" name="s07-moe-checkpoint-5:2:295:rect"/>
          <p:cNvSpPr/>
          <p:nvPr/>
        </p:nvSpPr>
        <p:spPr>
          <a:xfrm>
            <a:off x="518007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7" name="s07-moe-checkpoint-5:2:296:rect"/>
          <p:cNvSpPr/>
          <p:nvPr/>
        </p:nvSpPr>
        <p:spPr>
          <a:xfrm>
            <a:off x="526694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8" name="s07-moe-checkpoint-5:2:297:rect"/>
          <p:cNvSpPr/>
          <p:nvPr/>
        </p:nvSpPr>
        <p:spPr>
          <a:xfrm>
            <a:off x="535381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9" name="s07-moe-checkpoint-5:2:298:rect"/>
          <p:cNvSpPr/>
          <p:nvPr/>
        </p:nvSpPr>
        <p:spPr>
          <a:xfrm>
            <a:off x="544068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0" name="s07-moe-checkpoint-5:2:299:rect"/>
          <p:cNvSpPr/>
          <p:nvPr/>
        </p:nvSpPr>
        <p:spPr>
          <a:xfrm>
            <a:off x="552754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1" name="s07-moe-checkpoint-5:2:300:rect"/>
          <p:cNvSpPr/>
          <p:nvPr/>
        </p:nvSpPr>
        <p:spPr>
          <a:xfrm>
            <a:off x="561441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2" name="s07-moe-checkpoint-5:2:301:rect"/>
          <p:cNvSpPr/>
          <p:nvPr/>
        </p:nvSpPr>
        <p:spPr>
          <a:xfrm>
            <a:off x="570128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3" name="s07-moe-checkpoint-5:2:302:rect"/>
          <p:cNvSpPr/>
          <p:nvPr/>
        </p:nvSpPr>
        <p:spPr>
          <a:xfrm>
            <a:off x="578815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4" name="s07-moe-checkpoint-5:2:303:rect"/>
          <p:cNvSpPr/>
          <p:nvPr/>
        </p:nvSpPr>
        <p:spPr>
          <a:xfrm>
            <a:off x="587502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5" name="s07-moe-checkpoint-5:2:304:rect"/>
          <p:cNvSpPr/>
          <p:nvPr/>
        </p:nvSpPr>
        <p:spPr>
          <a:xfrm>
            <a:off x="596188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6" name="s07-moe-checkpoint-5:2:305:rect"/>
          <p:cNvSpPr/>
          <p:nvPr/>
        </p:nvSpPr>
        <p:spPr>
          <a:xfrm>
            <a:off x="604875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7" name="s07-moe-checkpoint-5:2:306:rect"/>
          <p:cNvSpPr/>
          <p:nvPr/>
        </p:nvSpPr>
        <p:spPr>
          <a:xfrm>
            <a:off x="613562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8" name="s07-moe-checkpoint-5:2:307:rect"/>
          <p:cNvSpPr/>
          <p:nvPr/>
        </p:nvSpPr>
        <p:spPr>
          <a:xfrm>
            <a:off x="622249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9" name="s07-moe-checkpoint-5:2:308:rect"/>
          <p:cNvSpPr/>
          <p:nvPr/>
        </p:nvSpPr>
        <p:spPr>
          <a:xfrm>
            <a:off x="630936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0" name="s07-moe-checkpoint-5:2:309:rect"/>
          <p:cNvSpPr/>
          <p:nvPr/>
        </p:nvSpPr>
        <p:spPr>
          <a:xfrm>
            <a:off x="639622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1" name="s07-moe-checkpoint-5:2:310:rect"/>
          <p:cNvSpPr/>
          <p:nvPr/>
        </p:nvSpPr>
        <p:spPr>
          <a:xfrm>
            <a:off x="648309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2" name="s07-moe-checkpoint-5:2:311:rect"/>
          <p:cNvSpPr/>
          <p:nvPr/>
        </p:nvSpPr>
        <p:spPr>
          <a:xfrm>
            <a:off x="656996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3" name="s07-moe-checkpoint-5:2:312:rect"/>
          <p:cNvSpPr/>
          <p:nvPr/>
        </p:nvSpPr>
        <p:spPr>
          <a:xfrm>
            <a:off x="457200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4" name="s07-moe-checkpoint-5:2:313:rect"/>
          <p:cNvSpPr/>
          <p:nvPr/>
        </p:nvSpPr>
        <p:spPr>
          <a:xfrm>
            <a:off x="465886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5" name="s07-moe-checkpoint-5:2:314:rect"/>
          <p:cNvSpPr/>
          <p:nvPr/>
        </p:nvSpPr>
        <p:spPr>
          <a:xfrm>
            <a:off x="474573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6" name="s07-moe-checkpoint-5:2:315:rect"/>
          <p:cNvSpPr/>
          <p:nvPr/>
        </p:nvSpPr>
        <p:spPr>
          <a:xfrm>
            <a:off x="483260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7" name="s07-moe-checkpoint-5:2:316:rect"/>
          <p:cNvSpPr/>
          <p:nvPr/>
        </p:nvSpPr>
        <p:spPr>
          <a:xfrm>
            <a:off x="491947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8" name="s07-moe-checkpoint-5:2:317:rect"/>
          <p:cNvSpPr/>
          <p:nvPr/>
        </p:nvSpPr>
        <p:spPr>
          <a:xfrm>
            <a:off x="500634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9" name="s07-moe-checkpoint-5:2:318:rect"/>
          <p:cNvSpPr/>
          <p:nvPr/>
        </p:nvSpPr>
        <p:spPr>
          <a:xfrm>
            <a:off x="509320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0" name="s07-moe-checkpoint-5:2:319:rect"/>
          <p:cNvSpPr/>
          <p:nvPr/>
        </p:nvSpPr>
        <p:spPr>
          <a:xfrm>
            <a:off x="518007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1" name="s07-moe-checkpoint-5:2:320:rect"/>
          <p:cNvSpPr/>
          <p:nvPr/>
        </p:nvSpPr>
        <p:spPr>
          <a:xfrm>
            <a:off x="526694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2" name="s07-moe-checkpoint-5:2:321:rect"/>
          <p:cNvSpPr/>
          <p:nvPr/>
        </p:nvSpPr>
        <p:spPr>
          <a:xfrm>
            <a:off x="535381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3" name="s07-moe-checkpoint-5:2:322:rect"/>
          <p:cNvSpPr/>
          <p:nvPr/>
        </p:nvSpPr>
        <p:spPr>
          <a:xfrm>
            <a:off x="544068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4" name="s07-moe-checkpoint-5:2:323:rect"/>
          <p:cNvSpPr/>
          <p:nvPr/>
        </p:nvSpPr>
        <p:spPr>
          <a:xfrm>
            <a:off x="552754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5" name="s07-moe-checkpoint-5:2:324:rect"/>
          <p:cNvSpPr/>
          <p:nvPr/>
        </p:nvSpPr>
        <p:spPr>
          <a:xfrm>
            <a:off x="561441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6" name="s07-moe-checkpoint-5:2:325:rect"/>
          <p:cNvSpPr/>
          <p:nvPr/>
        </p:nvSpPr>
        <p:spPr>
          <a:xfrm>
            <a:off x="570128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7" name="s07-moe-checkpoint-5:2:326:rect"/>
          <p:cNvSpPr/>
          <p:nvPr/>
        </p:nvSpPr>
        <p:spPr>
          <a:xfrm>
            <a:off x="578815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8" name="s07-moe-checkpoint-5:2:327:rect"/>
          <p:cNvSpPr/>
          <p:nvPr/>
        </p:nvSpPr>
        <p:spPr>
          <a:xfrm>
            <a:off x="587502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9" name="s07-moe-checkpoint-5:2:328:rect"/>
          <p:cNvSpPr/>
          <p:nvPr/>
        </p:nvSpPr>
        <p:spPr>
          <a:xfrm>
            <a:off x="596188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0" name="s07-moe-checkpoint-5:2:329:rect"/>
          <p:cNvSpPr/>
          <p:nvPr/>
        </p:nvSpPr>
        <p:spPr>
          <a:xfrm>
            <a:off x="604875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1" name="s07-moe-checkpoint-5:2:330:rect"/>
          <p:cNvSpPr/>
          <p:nvPr/>
        </p:nvSpPr>
        <p:spPr>
          <a:xfrm>
            <a:off x="613562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2" name="s07-moe-checkpoint-5:2:331:rect"/>
          <p:cNvSpPr/>
          <p:nvPr/>
        </p:nvSpPr>
        <p:spPr>
          <a:xfrm>
            <a:off x="622249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3" name="s07-moe-checkpoint-5:2:332:rect"/>
          <p:cNvSpPr/>
          <p:nvPr/>
        </p:nvSpPr>
        <p:spPr>
          <a:xfrm>
            <a:off x="630936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4" name="s07-moe-checkpoint-5:2:333:rect"/>
          <p:cNvSpPr/>
          <p:nvPr/>
        </p:nvSpPr>
        <p:spPr>
          <a:xfrm>
            <a:off x="639622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5" name="s07-moe-checkpoint-5:2:334:rect"/>
          <p:cNvSpPr/>
          <p:nvPr/>
        </p:nvSpPr>
        <p:spPr>
          <a:xfrm>
            <a:off x="648309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6" name="s07-moe-checkpoint-5:2:335:rect"/>
          <p:cNvSpPr/>
          <p:nvPr/>
        </p:nvSpPr>
        <p:spPr>
          <a:xfrm>
            <a:off x="656996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7" name="s07-moe-checkpoint-5:2:336:rect"/>
          <p:cNvSpPr/>
          <p:nvPr/>
        </p:nvSpPr>
        <p:spPr>
          <a:xfrm>
            <a:off x="457200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8" name="s07-moe-checkpoint-5:2:337:rect"/>
          <p:cNvSpPr/>
          <p:nvPr/>
        </p:nvSpPr>
        <p:spPr>
          <a:xfrm>
            <a:off x="465886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9" name="s07-moe-checkpoint-5:2:338:rect"/>
          <p:cNvSpPr/>
          <p:nvPr/>
        </p:nvSpPr>
        <p:spPr>
          <a:xfrm>
            <a:off x="474573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0" name="s07-moe-checkpoint-5:2:339:rect"/>
          <p:cNvSpPr/>
          <p:nvPr/>
        </p:nvSpPr>
        <p:spPr>
          <a:xfrm>
            <a:off x="483260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1" name="s07-moe-checkpoint-5:2:340:rect"/>
          <p:cNvSpPr/>
          <p:nvPr/>
        </p:nvSpPr>
        <p:spPr>
          <a:xfrm>
            <a:off x="491947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2" name="s07-moe-checkpoint-5:2:341:rect"/>
          <p:cNvSpPr/>
          <p:nvPr/>
        </p:nvSpPr>
        <p:spPr>
          <a:xfrm>
            <a:off x="500634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3" name="s07-moe-checkpoint-5:2:342:rect"/>
          <p:cNvSpPr/>
          <p:nvPr/>
        </p:nvSpPr>
        <p:spPr>
          <a:xfrm>
            <a:off x="509320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4" name="s07-moe-checkpoint-5:2:343:rect"/>
          <p:cNvSpPr/>
          <p:nvPr/>
        </p:nvSpPr>
        <p:spPr>
          <a:xfrm>
            <a:off x="518007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5" name="s07-moe-checkpoint-5:2:344:rect"/>
          <p:cNvSpPr/>
          <p:nvPr/>
        </p:nvSpPr>
        <p:spPr>
          <a:xfrm>
            <a:off x="526694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6" name="s07-moe-checkpoint-5:2:345:rect"/>
          <p:cNvSpPr/>
          <p:nvPr/>
        </p:nvSpPr>
        <p:spPr>
          <a:xfrm>
            <a:off x="535381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7" name="s07-moe-checkpoint-5:2:346:rect"/>
          <p:cNvSpPr/>
          <p:nvPr/>
        </p:nvSpPr>
        <p:spPr>
          <a:xfrm>
            <a:off x="544068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8" name="s07-moe-checkpoint-5:2:347:rect"/>
          <p:cNvSpPr/>
          <p:nvPr/>
        </p:nvSpPr>
        <p:spPr>
          <a:xfrm>
            <a:off x="552754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9" name="s07-moe-checkpoint-5:2:348:rect"/>
          <p:cNvSpPr/>
          <p:nvPr/>
        </p:nvSpPr>
        <p:spPr>
          <a:xfrm>
            <a:off x="561441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0" name="s07-moe-checkpoint-5:2:349:rect"/>
          <p:cNvSpPr/>
          <p:nvPr/>
        </p:nvSpPr>
        <p:spPr>
          <a:xfrm>
            <a:off x="570128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1" name="s07-moe-checkpoint-5:2:350:rect"/>
          <p:cNvSpPr/>
          <p:nvPr/>
        </p:nvSpPr>
        <p:spPr>
          <a:xfrm>
            <a:off x="578815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2" name="s07-moe-checkpoint-5:2:351:rect"/>
          <p:cNvSpPr/>
          <p:nvPr/>
        </p:nvSpPr>
        <p:spPr>
          <a:xfrm>
            <a:off x="587502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3" name="s07-moe-checkpoint-5:2:352:rect"/>
          <p:cNvSpPr/>
          <p:nvPr/>
        </p:nvSpPr>
        <p:spPr>
          <a:xfrm>
            <a:off x="596188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4" name="s07-moe-checkpoint-5:2:353:rect"/>
          <p:cNvSpPr/>
          <p:nvPr/>
        </p:nvSpPr>
        <p:spPr>
          <a:xfrm>
            <a:off x="604875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5" name="s07-moe-checkpoint-5:2:354:rect"/>
          <p:cNvSpPr/>
          <p:nvPr/>
        </p:nvSpPr>
        <p:spPr>
          <a:xfrm>
            <a:off x="613562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6" name="s07-moe-checkpoint-5:2:355:rect"/>
          <p:cNvSpPr/>
          <p:nvPr/>
        </p:nvSpPr>
        <p:spPr>
          <a:xfrm>
            <a:off x="622249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7" name="s07-moe-checkpoint-5:2:356:rect"/>
          <p:cNvSpPr/>
          <p:nvPr/>
        </p:nvSpPr>
        <p:spPr>
          <a:xfrm>
            <a:off x="630936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8" name="s07-moe-checkpoint-5:2:357:rect"/>
          <p:cNvSpPr/>
          <p:nvPr/>
        </p:nvSpPr>
        <p:spPr>
          <a:xfrm>
            <a:off x="639622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9" name="s07-moe-checkpoint-5:2:358:rect"/>
          <p:cNvSpPr/>
          <p:nvPr/>
        </p:nvSpPr>
        <p:spPr>
          <a:xfrm>
            <a:off x="648309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0" name="s07-moe-checkpoint-5:2:359:rect"/>
          <p:cNvSpPr/>
          <p:nvPr/>
        </p:nvSpPr>
        <p:spPr>
          <a:xfrm>
            <a:off x="656996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1" name="s07-moe-checkpoint-5:2:360:rect"/>
          <p:cNvSpPr/>
          <p:nvPr/>
        </p:nvSpPr>
        <p:spPr>
          <a:xfrm>
            <a:off x="457200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2" name="s07-moe-checkpoint-5:2:361:rect"/>
          <p:cNvSpPr/>
          <p:nvPr/>
        </p:nvSpPr>
        <p:spPr>
          <a:xfrm>
            <a:off x="465886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3" name="s07-moe-checkpoint-5:2:362:rect"/>
          <p:cNvSpPr/>
          <p:nvPr/>
        </p:nvSpPr>
        <p:spPr>
          <a:xfrm>
            <a:off x="474573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4" name="s07-moe-checkpoint-5:2:363:rect"/>
          <p:cNvSpPr/>
          <p:nvPr/>
        </p:nvSpPr>
        <p:spPr>
          <a:xfrm>
            <a:off x="483260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5" name="s07-moe-checkpoint-5:2:364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6" name="s07-moe-checkpoint-5:2:365:rect"/>
          <p:cNvSpPr/>
          <p:nvPr/>
        </p:nvSpPr>
        <p:spPr>
          <a:xfrm>
            <a:off x="500634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7" name="s07-moe-checkpoint-5:2:366:rect"/>
          <p:cNvSpPr/>
          <p:nvPr/>
        </p:nvSpPr>
        <p:spPr>
          <a:xfrm>
            <a:off x="509320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8" name="s07-moe-checkpoint-5:2:367:rect"/>
          <p:cNvSpPr/>
          <p:nvPr/>
        </p:nvSpPr>
        <p:spPr>
          <a:xfrm>
            <a:off x="518007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9" name="s07-moe-checkpoint-5:2:368:rect"/>
          <p:cNvSpPr/>
          <p:nvPr/>
        </p:nvSpPr>
        <p:spPr>
          <a:xfrm>
            <a:off x="526694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0" name="s07-moe-checkpoint-5:2:369:rect"/>
          <p:cNvSpPr/>
          <p:nvPr/>
        </p:nvSpPr>
        <p:spPr>
          <a:xfrm>
            <a:off x="535381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1" name="s07-moe-checkpoint-5:2:370:rect"/>
          <p:cNvSpPr/>
          <p:nvPr/>
        </p:nvSpPr>
        <p:spPr>
          <a:xfrm>
            <a:off x="544068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2" name="s07-moe-checkpoint-5:2:371:rect"/>
          <p:cNvSpPr/>
          <p:nvPr/>
        </p:nvSpPr>
        <p:spPr>
          <a:xfrm>
            <a:off x="552754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3" name="s07-moe-checkpoint-5:2:372:rect"/>
          <p:cNvSpPr/>
          <p:nvPr/>
        </p:nvSpPr>
        <p:spPr>
          <a:xfrm>
            <a:off x="561441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4" name="s07-moe-checkpoint-5:2:373:rect"/>
          <p:cNvSpPr/>
          <p:nvPr/>
        </p:nvSpPr>
        <p:spPr>
          <a:xfrm>
            <a:off x="570128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5" name="s07-moe-checkpoint-5:2:374:rect"/>
          <p:cNvSpPr/>
          <p:nvPr/>
        </p:nvSpPr>
        <p:spPr>
          <a:xfrm>
            <a:off x="578815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6" name="s07-moe-checkpoint-5:2:375:rect"/>
          <p:cNvSpPr/>
          <p:nvPr/>
        </p:nvSpPr>
        <p:spPr>
          <a:xfrm>
            <a:off x="587502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7" name="s07-moe-checkpoint-5:2:376:rect"/>
          <p:cNvSpPr/>
          <p:nvPr/>
        </p:nvSpPr>
        <p:spPr>
          <a:xfrm>
            <a:off x="596188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8" name="s07-moe-checkpoint-5:2:377:rect"/>
          <p:cNvSpPr/>
          <p:nvPr/>
        </p:nvSpPr>
        <p:spPr>
          <a:xfrm>
            <a:off x="604875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9" name="s07-moe-checkpoint-5:2:378:rect"/>
          <p:cNvSpPr/>
          <p:nvPr/>
        </p:nvSpPr>
        <p:spPr>
          <a:xfrm>
            <a:off x="613562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0" name="s07-moe-checkpoint-5:2:379:rect"/>
          <p:cNvSpPr/>
          <p:nvPr/>
        </p:nvSpPr>
        <p:spPr>
          <a:xfrm>
            <a:off x="622249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1" name="s07-moe-checkpoint-5:2:380:rect"/>
          <p:cNvSpPr/>
          <p:nvPr/>
        </p:nvSpPr>
        <p:spPr>
          <a:xfrm>
            <a:off x="630936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2" name="s07-moe-checkpoint-5:2:381:rect"/>
          <p:cNvSpPr/>
          <p:nvPr/>
        </p:nvSpPr>
        <p:spPr>
          <a:xfrm>
            <a:off x="639622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3" name="s07-moe-checkpoint-5:2:382:rect"/>
          <p:cNvSpPr/>
          <p:nvPr/>
        </p:nvSpPr>
        <p:spPr>
          <a:xfrm>
            <a:off x="648309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4" name="s07-moe-checkpoint-5:2:383:rect"/>
          <p:cNvSpPr/>
          <p:nvPr/>
        </p:nvSpPr>
        <p:spPr>
          <a:xfrm>
            <a:off x="656996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5" name="s07-moe-checkpoint-5:2:384:rect"/>
          <p:cNvSpPr/>
          <p:nvPr/>
        </p:nvSpPr>
        <p:spPr>
          <a:xfrm>
            <a:off x="457200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6" name="s07-moe-checkpoint-5:2:385:rect"/>
          <p:cNvSpPr/>
          <p:nvPr/>
        </p:nvSpPr>
        <p:spPr>
          <a:xfrm>
            <a:off x="465886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7" name="s07-moe-checkpoint-5:2:386:rect"/>
          <p:cNvSpPr/>
          <p:nvPr/>
        </p:nvSpPr>
        <p:spPr>
          <a:xfrm>
            <a:off x="474573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8" name="s07-moe-checkpoint-5:2:387:rect"/>
          <p:cNvSpPr/>
          <p:nvPr/>
        </p:nvSpPr>
        <p:spPr>
          <a:xfrm>
            <a:off x="483260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9" name="s07-moe-checkpoint-5:2:388:rect"/>
          <p:cNvSpPr/>
          <p:nvPr/>
        </p:nvSpPr>
        <p:spPr>
          <a:xfrm>
            <a:off x="491947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0" name="s07-moe-checkpoint-5:2:389:rect"/>
          <p:cNvSpPr/>
          <p:nvPr/>
        </p:nvSpPr>
        <p:spPr>
          <a:xfrm>
            <a:off x="500634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1" name="s07-moe-checkpoint-5:2:390:rect"/>
          <p:cNvSpPr/>
          <p:nvPr/>
        </p:nvSpPr>
        <p:spPr>
          <a:xfrm>
            <a:off x="509320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2" name="s07-moe-checkpoint-5:2:391:rect"/>
          <p:cNvSpPr/>
          <p:nvPr/>
        </p:nvSpPr>
        <p:spPr>
          <a:xfrm>
            <a:off x="518007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3" name="s07-moe-checkpoint-5:2:392:rect"/>
          <p:cNvSpPr/>
          <p:nvPr/>
        </p:nvSpPr>
        <p:spPr>
          <a:xfrm>
            <a:off x="526694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4" name="s07-moe-checkpoint-5:2:393:rect"/>
          <p:cNvSpPr/>
          <p:nvPr/>
        </p:nvSpPr>
        <p:spPr>
          <a:xfrm>
            <a:off x="535381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5" name="s07-moe-checkpoint-5:2:394:rect"/>
          <p:cNvSpPr/>
          <p:nvPr/>
        </p:nvSpPr>
        <p:spPr>
          <a:xfrm>
            <a:off x="544068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6" name="s07-moe-checkpoint-5:2:395:rect"/>
          <p:cNvSpPr/>
          <p:nvPr/>
        </p:nvSpPr>
        <p:spPr>
          <a:xfrm>
            <a:off x="552754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7" name="s07-moe-checkpoint-5:2:396:rect"/>
          <p:cNvSpPr/>
          <p:nvPr/>
        </p:nvSpPr>
        <p:spPr>
          <a:xfrm>
            <a:off x="561441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8" name="s07-moe-checkpoint-5:2:397:rect"/>
          <p:cNvSpPr/>
          <p:nvPr/>
        </p:nvSpPr>
        <p:spPr>
          <a:xfrm>
            <a:off x="570128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9" name="s07-moe-checkpoint-5:2:398:rect"/>
          <p:cNvSpPr/>
          <p:nvPr/>
        </p:nvSpPr>
        <p:spPr>
          <a:xfrm>
            <a:off x="578815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0" name="s07-moe-checkpoint-5:2:399:rect"/>
          <p:cNvSpPr/>
          <p:nvPr/>
        </p:nvSpPr>
        <p:spPr>
          <a:xfrm>
            <a:off x="587502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1" name="s07-moe-checkpoint-5:2:400:rect"/>
          <p:cNvSpPr/>
          <p:nvPr/>
        </p:nvSpPr>
        <p:spPr>
          <a:xfrm>
            <a:off x="596188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2" name="s07-moe-checkpoint-5:2:401:rect"/>
          <p:cNvSpPr/>
          <p:nvPr/>
        </p:nvSpPr>
        <p:spPr>
          <a:xfrm>
            <a:off x="604875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3" name="s07-moe-checkpoint-5:2:402:rect"/>
          <p:cNvSpPr/>
          <p:nvPr/>
        </p:nvSpPr>
        <p:spPr>
          <a:xfrm>
            <a:off x="613562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4" name="s07-moe-checkpoint-5:2:403:rect"/>
          <p:cNvSpPr/>
          <p:nvPr/>
        </p:nvSpPr>
        <p:spPr>
          <a:xfrm>
            <a:off x="622249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5" name="s07-moe-checkpoint-5:2:404:rect"/>
          <p:cNvSpPr/>
          <p:nvPr/>
        </p:nvSpPr>
        <p:spPr>
          <a:xfrm>
            <a:off x="630936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6" name="s07-moe-checkpoint-5:2:405:rect"/>
          <p:cNvSpPr/>
          <p:nvPr/>
        </p:nvSpPr>
        <p:spPr>
          <a:xfrm>
            <a:off x="639622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7" name="s07-moe-checkpoint-5:2:406:rect"/>
          <p:cNvSpPr/>
          <p:nvPr/>
        </p:nvSpPr>
        <p:spPr>
          <a:xfrm>
            <a:off x="648309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8" name="s07-moe-checkpoint-5:2:407:rect"/>
          <p:cNvSpPr/>
          <p:nvPr/>
        </p:nvSpPr>
        <p:spPr>
          <a:xfrm>
            <a:off x="656996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9" name="s07-moe-checkpoint-5:2:408:text"/>
          <p:cNvSpPr/>
          <p:nvPr/>
        </p:nvSpPr>
        <p:spPr>
          <a:xfrm>
            <a:off x="457200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 Routed Experts · 评分示意</a:t>
            </a:r>
            <a:endParaRPr lang="en-US" sz="1350" dirty="0"/>
          </a:p>
        </p:txBody>
      </p:sp>
      <p:sp>
        <p:nvSpPr>
          <p:cNvPr id="410" name="s07-moe-checkpoint-5:2:409:text"/>
          <p:cNvSpPr/>
          <p:nvPr/>
        </p:nvSpPr>
        <p:spPr>
          <a:xfrm>
            <a:off x="7315200" y="2423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 · 0.91 · …</a:t>
            </a:r>
            <a:endParaRPr lang="en-US" sz="1300" dirty="0"/>
          </a:p>
        </p:txBody>
      </p:sp>
      <p:sp>
        <p:nvSpPr>
          <p:cNvPr id="411" name="s07-moe-checkpoint-5:3:410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2" name="s07-moe-checkpoint-5:3:411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3" name="s07-moe-checkpoint-5:3:4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4" name="s07-moe-checkpoint-5:3:413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5" name="s07-moe-checkpoint-5:3:414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6" name="s07-moe-checkpoint-5:3:415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7" name="s07-moe-checkpoint-5:3:416:text"/>
          <p:cNvSpPr/>
          <p:nvPr/>
        </p:nvSpPr>
        <p:spPr>
          <a:xfrm>
            <a:off x="7543800" y="2990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Top-6</a:t>
            </a:r>
            <a:endParaRPr lang="en-US" sz="2200" dirty="0"/>
          </a:p>
        </p:txBody>
      </p:sp>
      <p:sp>
        <p:nvSpPr>
          <p:cNvPr id="418" name="s07-moe-checkpoint-5:4:417:rect"/>
          <p:cNvSpPr/>
          <p:nvPr/>
        </p:nvSpPr>
        <p:spPr>
          <a:xfrm>
            <a:off x="7360920" y="3429000"/>
            <a:ext cx="1280160" cy="54864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9" name="s07-moe-checkpoint-5:4:418:text"/>
          <p:cNvSpPr/>
          <p:nvPr/>
        </p:nvSpPr>
        <p:spPr>
          <a:xfrm>
            <a:off x="7434072" y="3474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Shared</a:t>
            </a:r>
            <a:endParaRPr lang="en-US" sz="1600" dirty="0"/>
          </a:p>
        </p:txBody>
      </p:sp>
      <p:sp>
        <p:nvSpPr>
          <p:cNvPr id="420" name="s07-moe-checkpoint-5:5:419:text"/>
          <p:cNvSpPr/>
          <p:nvPr/>
        </p:nvSpPr>
        <p:spPr>
          <a:xfrm>
            <a:off x="45720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× Expert FFN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-moe-checkpoint-6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一.6 MoE 与 Dense | Visual QA · Click 6/6</a:t>
            </a:r>
            <a:endParaRPr lang="en-US" sz="1050" dirty="0"/>
          </a:p>
        </p:txBody>
      </p:sp>
      <p:sp>
        <p:nvSpPr>
          <p:cNvPr id="3" name="s07-moe-checkpoint-6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使用同一组 FFN；MoE 选择执行路径</a:t>
            </a:r>
            <a:endParaRPr lang="en-US" sz="2700" dirty="0"/>
          </a:p>
        </p:txBody>
      </p:sp>
      <p:sp>
        <p:nvSpPr>
          <p:cNvPr id="4" name="s07-moe-checkpoint-6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7-moe-checkpoint-6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7-moe-checkpoint-6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7-moe-checkpoint-6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7-moe-checkpoint-6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7-moe-checkpoint-6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7-moe-checkpoint-6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22</a:t>
            </a:r>
            <a:endParaRPr lang="en-US" sz="1050" dirty="0"/>
          </a:p>
        </p:txBody>
      </p:sp>
      <p:sp>
        <p:nvSpPr>
          <p:cNvPr id="11" name="s07-moe-checkpoint-6:0:10:text"/>
          <p:cNvSpPr/>
          <p:nvPr/>
        </p:nvSpPr>
        <p:spPr>
          <a:xfrm>
            <a:off x="457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FFN</a:t>
            </a:r>
            <a:endParaRPr lang="en-US" sz="1900" dirty="0"/>
          </a:p>
        </p:txBody>
      </p:sp>
      <p:sp>
        <p:nvSpPr>
          <p:cNvPr id="12" name="s07-moe-checkpoint-6:0:11:rect"/>
          <p:cNvSpPr/>
          <p:nvPr/>
        </p:nvSpPr>
        <p:spPr>
          <a:xfrm>
            <a:off x="502920" y="2011680"/>
            <a:ext cx="82296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07-moe-checkpoint-6:0:12:text"/>
          <p:cNvSpPr/>
          <p:nvPr/>
        </p:nvSpPr>
        <p:spPr>
          <a:xfrm>
            <a:off x="576072" y="20574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500" dirty="0"/>
          </a:p>
        </p:txBody>
      </p:sp>
      <p:sp>
        <p:nvSpPr>
          <p:cNvPr id="14" name="s07-moe-checkpoint-6:0:13:line"/>
          <p:cNvSpPr/>
          <p:nvPr/>
        </p:nvSpPr>
        <p:spPr>
          <a:xfrm>
            <a:off x="1371600" y="2240280"/>
            <a:ext cx="2743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5" name="s07-moe-checkpoint-6:0:14:rect"/>
          <p:cNvSpPr/>
          <p:nvPr/>
        </p:nvSpPr>
        <p:spPr>
          <a:xfrm>
            <a:off x="1737360" y="1920240"/>
            <a:ext cx="201168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07-moe-checkpoint-6:0:15:text"/>
          <p:cNvSpPr/>
          <p:nvPr/>
        </p:nvSpPr>
        <p:spPr>
          <a:xfrm>
            <a:off x="1810512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FFN</a:t>
            </a:r>
            <a:endParaRPr lang="en-US" sz="1800" dirty="0"/>
          </a:p>
        </p:txBody>
      </p:sp>
      <p:sp>
        <p:nvSpPr>
          <p:cNvPr id="17" name="s07-moe-checkpoint-6:0:16:text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所有输入使用同一组权重</a:t>
            </a:r>
            <a:endParaRPr lang="en-US" sz="1700" dirty="0"/>
          </a:p>
        </p:txBody>
      </p:sp>
      <p:sp>
        <p:nvSpPr>
          <p:cNvPr id="18" name="s07-moe-checkpoint-6:0:17:line"/>
          <p:cNvSpPr/>
          <p:nvPr/>
        </p:nvSpPr>
        <p:spPr>
          <a:xfrm>
            <a:off x="4069080" y="1463040"/>
            <a:ext cx="914" cy="2971800"/>
          </a:xfrm>
          <a:prstGeom prst="line">
            <a:avLst/>
          </a:prstGeom>
          <a:noFill/>
          <a:ln w="12700">
            <a:solidFill>
              <a:srgbClr val="CED8E6"/>
            </a:solidFill>
            <a:prstDash val="solid"/>
          </a:ln>
        </p:spPr>
      </p:sp>
      <p:sp>
        <p:nvSpPr>
          <p:cNvPr id="19" name="s07-moe-checkpoint-6:0:18:text"/>
          <p:cNvSpPr/>
          <p:nvPr/>
        </p:nvSpPr>
        <p:spPr>
          <a:xfrm>
            <a:off x="429768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Mixture of Experts</a:t>
            </a:r>
            <a:endParaRPr lang="en-US" sz="1900" dirty="0"/>
          </a:p>
        </p:txBody>
      </p:sp>
      <p:sp>
        <p:nvSpPr>
          <p:cNvPr id="20" name="s07-moe-checkpoint-6:1:19:rect"/>
          <p:cNvSpPr/>
          <p:nvPr/>
        </p:nvSpPr>
        <p:spPr>
          <a:xfrm>
            <a:off x="4343400" y="1938528"/>
            <a:ext cx="100584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07-moe-checkpoint-6:1:20:text"/>
          <p:cNvSpPr/>
          <p:nvPr/>
        </p:nvSpPr>
        <p:spPr>
          <a:xfrm>
            <a:off x="4416552" y="198424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600" dirty="0"/>
          </a:p>
        </p:txBody>
      </p:sp>
      <p:sp>
        <p:nvSpPr>
          <p:cNvPr id="22" name="s07-moe-checkpoint-6:1:21:line"/>
          <p:cNvSpPr/>
          <p:nvPr/>
        </p:nvSpPr>
        <p:spPr>
          <a:xfrm>
            <a:off x="5440680" y="2167128"/>
            <a:ext cx="27432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07-moe-checkpoint-6:1:22:rect"/>
          <p:cNvSpPr/>
          <p:nvPr/>
        </p:nvSpPr>
        <p:spPr>
          <a:xfrm>
            <a:off x="5806440" y="1938528"/>
            <a:ext cx="1280160" cy="4572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07-moe-checkpoint-6:1:23:text"/>
          <p:cNvSpPr/>
          <p:nvPr/>
        </p:nvSpPr>
        <p:spPr>
          <a:xfrm>
            <a:off x="5879592" y="198424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1700" dirty="0"/>
          </a:p>
        </p:txBody>
      </p:sp>
      <p:sp>
        <p:nvSpPr>
          <p:cNvPr id="25" name="s07-moe-checkpoint-6:2:24:rect"/>
          <p:cNvSpPr/>
          <p:nvPr/>
        </p:nvSpPr>
        <p:spPr>
          <a:xfrm>
            <a:off x="457200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" name="s07-moe-checkpoint-6:2:25:rect"/>
          <p:cNvSpPr/>
          <p:nvPr/>
        </p:nvSpPr>
        <p:spPr>
          <a:xfrm>
            <a:off x="465886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07-moe-checkpoint-6:2:26:rect"/>
          <p:cNvSpPr/>
          <p:nvPr/>
        </p:nvSpPr>
        <p:spPr>
          <a:xfrm>
            <a:off x="474573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" name="s07-moe-checkpoint-6:2:27:rect"/>
          <p:cNvSpPr/>
          <p:nvPr/>
        </p:nvSpPr>
        <p:spPr>
          <a:xfrm>
            <a:off x="483260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" name="s07-moe-checkpoint-6:2:28:rect"/>
          <p:cNvSpPr/>
          <p:nvPr/>
        </p:nvSpPr>
        <p:spPr>
          <a:xfrm>
            <a:off x="491947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" name="s07-moe-checkpoint-6:2:29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" name="s07-moe-checkpoint-6:2:30:rect"/>
          <p:cNvSpPr/>
          <p:nvPr/>
        </p:nvSpPr>
        <p:spPr>
          <a:xfrm>
            <a:off x="509320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" name="s07-moe-checkpoint-6:2:31:rect"/>
          <p:cNvSpPr/>
          <p:nvPr/>
        </p:nvSpPr>
        <p:spPr>
          <a:xfrm>
            <a:off x="518007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" name="s07-moe-checkpoint-6:2:32:rect"/>
          <p:cNvSpPr/>
          <p:nvPr/>
        </p:nvSpPr>
        <p:spPr>
          <a:xfrm>
            <a:off x="526694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" name="s07-moe-checkpoint-6:2:33:rect"/>
          <p:cNvSpPr/>
          <p:nvPr/>
        </p:nvSpPr>
        <p:spPr>
          <a:xfrm>
            <a:off x="535381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" name="s07-moe-checkpoint-6:2:34:rect"/>
          <p:cNvSpPr/>
          <p:nvPr/>
        </p:nvSpPr>
        <p:spPr>
          <a:xfrm>
            <a:off x="544068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" name="s07-moe-checkpoint-6:2:35:rect"/>
          <p:cNvSpPr/>
          <p:nvPr/>
        </p:nvSpPr>
        <p:spPr>
          <a:xfrm>
            <a:off x="552754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" name="s07-moe-checkpoint-6:2:36:rect"/>
          <p:cNvSpPr/>
          <p:nvPr/>
        </p:nvSpPr>
        <p:spPr>
          <a:xfrm>
            <a:off x="561441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" name="s07-moe-checkpoint-6:2:37:rect"/>
          <p:cNvSpPr/>
          <p:nvPr/>
        </p:nvSpPr>
        <p:spPr>
          <a:xfrm>
            <a:off x="570128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" name="s07-moe-checkpoint-6:2:38:rect"/>
          <p:cNvSpPr/>
          <p:nvPr/>
        </p:nvSpPr>
        <p:spPr>
          <a:xfrm>
            <a:off x="578815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" name="s07-moe-checkpoint-6:2:39:rect"/>
          <p:cNvSpPr/>
          <p:nvPr/>
        </p:nvSpPr>
        <p:spPr>
          <a:xfrm>
            <a:off x="587502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" name="s07-moe-checkpoint-6:2:40:rect"/>
          <p:cNvSpPr/>
          <p:nvPr/>
        </p:nvSpPr>
        <p:spPr>
          <a:xfrm>
            <a:off x="596188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" name="s07-moe-checkpoint-6:2:41:rect"/>
          <p:cNvSpPr/>
          <p:nvPr/>
        </p:nvSpPr>
        <p:spPr>
          <a:xfrm>
            <a:off x="604875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" name="s07-moe-checkpoint-6:2:42:rect"/>
          <p:cNvSpPr/>
          <p:nvPr/>
        </p:nvSpPr>
        <p:spPr>
          <a:xfrm>
            <a:off x="613562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" name="s07-moe-checkpoint-6:2:43:rect"/>
          <p:cNvSpPr/>
          <p:nvPr/>
        </p:nvSpPr>
        <p:spPr>
          <a:xfrm>
            <a:off x="622249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" name="s07-moe-checkpoint-6:2:44:rect"/>
          <p:cNvSpPr/>
          <p:nvPr/>
        </p:nvSpPr>
        <p:spPr>
          <a:xfrm>
            <a:off x="630936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" name="s07-moe-checkpoint-6:2:45:rect"/>
          <p:cNvSpPr/>
          <p:nvPr/>
        </p:nvSpPr>
        <p:spPr>
          <a:xfrm>
            <a:off x="639622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" name="s07-moe-checkpoint-6:2:46:rect"/>
          <p:cNvSpPr/>
          <p:nvPr/>
        </p:nvSpPr>
        <p:spPr>
          <a:xfrm>
            <a:off x="648309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" name="s07-moe-checkpoint-6:2:47:rect"/>
          <p:cNvSpPr/>
          <p:nvPr/>
        </p:nvSpPr>
        <p:spPr>
          <a:xfrm>
            <a:off x="656996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" name="s07-moe-checkpoint-6:2:48:rect"/>
          <p:cNvSpPr/>
          <p:nvPr/>
        </p:nvSpPr>
        <p:spPr>
          <a:xfrm>
            <a:off x="457200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" name="s07-moe-checkpoint-6:2:49:rect"/>
          <p:cNvSpPr/>
          <p:nvPr/>
        </p:nvSpPr>
        <p:spPr>
          <a:xfrm>
            <a:off x="465886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" name="s07-moe-checkpoint-6:2:50:rect"/>
          <p:cNvSpPr/>
          <p:nvPr/>
        </p:nvSpPr>
        <p:spPr>
          <a:xfrm>
            <a:off x="474573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" name="s07-moe-checkpoint-6:2:51:rect"/>
          <p:cNvSpPr/>
          <p:nvPr/>
        </p:nvSpPr>
        <p:spPr>
          <a:xfrm>
            <a:off x="483260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" name="s07-moe-checkpoint-6:2:52:rect"/>
          <p:cNvSpPr/>
          <p:nvPr/>
        </p:nvSpPr>
        <p:spPr>
          <a:xfrm>
            <a:off x="491947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" name="s07-moe-checkpoint-6:2:53:rect"/>
          <p:cNvSpPr/>
          <p:nvPr/>
        </p:nvSpPr>
        <p:spPr>
          <a:xfrm>
            <a:off x="500634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" name="s07-moe-checkpoint-6:2:54:rect"/>
          <p:cNvSpPr/>
          <p:nvPr/>
        </p:nvSpPr>
        <p:spPr>
          <a:xfrm>
            <a:off x="509320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" name="s07-moe-checkpoint-6:2:55:rect"/>
          <p:cNvSpPr/>
          <p:nvPr/>
        </p:nvSpPr>
        <p:spPr>
          <a:xfrm>
            <a:off x="518007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" name="s07-moe-checkpoint-6:2:56:rect"/>
          <p:cNvSpPr/>
          <p:nvPr/>
        </p:nvSpPr>
        <p:spPr>
          <a:xfrm>
            <a:off x="526694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" name="s07-moe-checkpoint-6:2:57:rect"/>
          <p:cNvSpPr/>
          <p:nvPr/>
        </p:nvSpPr>
        <p:spPr>
          <a:xfrm>
            <a:off x="535381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" name="s07-moe-checkpoint-6:2:58:rect"/>
          <p:cNvSpPr/>
          <p:nvPr/>
        </p:nvSpPr>
        <p:spPr>
          <a:xfrm>
            <a:off x="544068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" name="s07-moe-checkpoint-6:2:59:rect"/>
          <p:cNvSpPr/>
          <p:nvPr/>
        </p:nvSpPr>
        <p:spPr>
          <a:xfrm>
            <a:off x="552754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" name="s07-moe-checkpoint-6:2:60:rect"/>
          <p:cNvSpPr/>
          <p:nvPr/>
        </p:nvSpPr>
        <p:spPr>
          <a:xfrm>
            <a:off x="561441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" name="s07-moe-checkpoint-6:2:61:rect"/>
          <p:cNvSpPr/>
          <p:nvPr/>
        </p:nvSpPr>
        <p:spPr>
          <a:xfrm>
            <a:off x="570128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" name="s07-moe-checkpoint-6:2:62:rect"/>
          <p:cNvSpPr/>
          <p:nvPr/>
        </p:nvSpPr>
        <p:spPr>
          <a:xfrm>
            <a:off x="578815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" name="s07-moe-checkpoint-6:2:63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" name="s07-moe-checkpoint-6:2:64:rect"/>
          <p:cNvSpPr/>
          <p:nvPr/>
        </p:nvSpPr>
        <p:spPr>
          <a:xfrm>
            <a:off x="596188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" name="s07-moe-checkpoint-6:2:65:rect"/>
          <p:cNvSpPr/>
          <p:nvPr/>
        </p:nvSpPr>
        <p:spPr>
          <a:xfrm>
            <a:off x="604875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" name="s07-moe-checkpoint-6:2:66:rect"/>
          <p:cNvSpPr/>
          <p:nvPr/>
        </p:nvSpPr>
        <p:spPr>
          <a:xfrm>
            <a:off x="613562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" name="s07-moe-checkpoint-6:2:67:rect"/>
          <p:cNvSpPr/>
          <p:nvPr/>
        </p:nvSpPr>
        <p:spPr>
          <a:xfrm>
            <a:off x="622249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" name="s07-moe-checkpoint-6:2:68:rect"/>
          <p:cNvSpPr/>
          <p:nvPr/>
        </p:nvSpPr>
        <p:spPr>
          <a:xfrm>
            <a:off x="630936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" name="s07-moe-checkpoint-6:2:69:rect"/>
          <p:cNvSpPr/>
          <p:nvPr/>
        </p:nvSpPr>
        <p:spPr>
          <a:xfrm>
            <a:off x="639622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" name="s07-moe-checkpoint-6:2:70:rect"/>
          <p:cNvSpPr/>
          <p:nvPr/>
        </p:nvSpPr>
        <p:spPr>
          <a:xfrm>
            <a:off x="648309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" name="s07-moe-checkpoint-6:2:71:rect"/>
          <p:cNvSpPr/>
          <p:nvPr/>
        </p:nvSpPr>
        <p:spPr>
          <a:xfrm>
            <a:off x="656996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" name="s07-moe-checkpoint-6:2:72:rect"/>
          <p:cNvSpPr/>
          <p:nvPr/>
        </p:nvSpPr>
        <p:spPr>
          <a:xfrm>
            <a:off x="457200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" name="s07-moe-checkpoint-6:2:73:rect"/>
          <p:cNvSpPr/>
          <p:nvPr/>
        </p:nvSpPr>
        <p:spPr>
          <a:xfrm>
            <a:off x="465886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" name="s07-moe-checkpoint-6:2:74:rect"/>
          <p:cNvSpPr/>
          <p:nvPr/>
        </p:nvSpPr>
        <p:spPr>
          <a:xfrm>
            <a:off x="474573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" name="s07-moe-checkpoint-6:2:75:rect"/>
          <p:cNvSpPr/>
          <p:nvPr/>
        </p:nvSpPr>
        <p:spPr>
          <a:xfrm>
            <a:off x="483260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" name="s07-moe-checkpoint-6:2:76:rect"/>
          <p:cNvSpPr/>
          <p:nvPr/>
        </p:nvSpPr>
        <p:spPr>
          <a:xfrm>
            <a:off x="491947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" name="s07-moe-checkpoint-6:2:77:rect"/>
          <p:cNvSpPr/>
          <p:nvPr/>
        </p:nvSpPr>
        <p:spPr>
          <a:xfrm>
            <a:off x="500634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9" name="s07-moe-checkpoint-6:2:78:rect"/>
          <p:cNvSpPr/>
          <p:nvPr/>
        </p:nvSpPr>
        <p:spPr>
          <a:xfrm>
            <a:off x="509320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0" name="s07-moe-checkpoint-6:2:79:rect"/>
          <p:cNvSpPr/>
          <p:nvPr/>
        </p:nvSpPr>
        <p:spPr>
          <a:xfrm>
            <a:off x="518007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1" name="s07-moe-checkpoint-6:2:80:rect"/>
          <p:cNvSpPr/>
          <p:nvPr/>
        </p:nvSpPr>
        <p:spPr>
          <a:xfrm>
            <a:off x="526694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2" name="s07-moe-checkpoint-6:2:81:rect"/>
          <p:cNvSpPr/>
          <p:nvPr/>
        </p:nvSpPr>
        <p:spPr>
          <a:xfrm>
            <a:off x="535381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3" name="s07-moe-checkpoint-6:2:82:rect"/>
          <p:cNvSpPr/>
          <p:nvPr/>
        </p:nvSpPr>
        <p:spPr>
          <a:xfrm>
            <a:off x="544068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4" name="s07-moe-checkpoint-6:2:83:rect"/>
          <p:cNvSpPr/>
          <p:nvPr/>
        </p:nvSpPr>
        <p:spPr>
          <a:xfrm>
            <a:off x="552754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5" name="s07-moe-checkpoint-6:2:84:rect"/>
          <p:cNvSpPr/>
          <p:nvPr/>
        </p:nvSpPr>
        <p:spPr>
          <a:xfrm>
            <a:off x="561441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6" name="s07-moe-checkpoint-6:2:85:rect"/>
          <p:cNvSpPr/>
          <p:nvPr/>
        </p:nvSpPr>
        <p:spPr>
          <a:xfrm>
            <a:off x="570128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7" name="s07-moe-checkpoint-6:2:86:rect"/>
          <p:cNvSpPr/>
          <p:nvPr/>
        </p:nvSpPr>
        <p:spPr>
          <a:xfrm>
            <a:off x="578815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8" name="s07-moe-checkpoint-6:2:87:rect"/>
          <p:cNvSpPr/>
          <p:nvPr/>
        </p:nvSpPr>
        <p:spPr>
          <a:xfrm>
            <a:off x="587502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9" name="s07-moe-checkpoint-6:2:88:rect"/>
          <p:cNvSpPr/>
          <p:nvPr/>
        </p:nvSpPr>
        <p:spPr>
          <a:xfrm>
            <a:off x="596188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0" name="s07-moe-checkpoint-6:2:89:rect"/>
          <p:cNvSpPr/>
          <p:nvPr/>
        </p:nvSpPr>
        <p:spPr>
          <a:xfrm>
            <a:off x="604875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1" name="s07-moe-checkpoint-6:2:90:rect"/>
          <p:cNvSpPr/>
          <p:nvPr/>
        </p:nvSpPr>
        <p:spPr>
          <a:xfrm>
            <a:off x="613562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2" name="s07-moe-checkpoint-6:2:91:rect"/>
          <p:cNvSpPr/>
          <p:nvPr/>
        </p:nvSpPr>
        <p:spPr>
          <a:xfrm>
            <a:off x="622249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3" name="s07-moe-checkpoint-6:2:92:rect"/>
          <p:cNvSpPr/>
          <p:nvPr/>
        </p:nvSpPr>
        <p:spPr>
          <a:xfrm>
            <a:off x="630936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4" name="s07-moe-checkpoint-6:2:93:rect"/>
          <p:cNvSpPr/>
          <p:nvPr/>
        </p:nvSpPr>
        <p:spPr>
          <a:xfrm>
            <a:off x="639622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5" name="s07-moe-checkpoint-6:2:94:rect"/>
          <p:cNvSpPr/>
          <p:nvPr/>
        </p:nvSpPr>
        <p:spPr>
          <a:xfrm>
            <a:off x="648309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6" name="s07-moe-checkpoint-6:2:95:rect"/>
          <p:cNvSpPr/>
          <p:nvPr/>
        </p:nvSpPr>
        <p:spPr>
          <a:xfrm>
            <a:off x="656996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7" name="s07-moe-checkpoint-6:2:96:rect"/>
          <p:cNvSpPr/>
          <p:nvPr/>
        </p:nvSpPr>
        <p:spPr>
          <a:xfrm>
            <a:off x="457200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8" name="s07-moe-checkpoint-6:2:97:rect"/>
          <p:cNvSpPr/>
          <p:nvPr/>
        </p:nvSpPr>
        <p:spPr>
          <a:xfrm>
            <a:off x="465886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9" name="s07-moe-checkpoint-6:2:98:rect"/>
          <p:cNvSpPr/>
          <p:nvPr/>
        </p:nvSpPr>
        <p:spPr>
          <a:xfrm>
            <a:off x="474573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0" name="s07-moe-checkpoint-6:2:99:rect"/>
          <p:cNvSpPr/>
          <p:nvPr/>
        </p:nvSpPr>
        <p:spPr>
          <a:xfrm>
            <a:off x="483260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1" name="s07-moe-checkpoint-6:2:100:rect"/>
          <p:cNvSpPr/>
          <p:nvPr/>
        </p:nvSpPr>
        <p:spPr>
          <a:xfrm>
            <a:off x="491947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2" name="s07-moe-checkpoint-6:2:101:rect"/>
          <p:cNvSpPr/>
          <p:nvPr/>
        </p:nvSpPr>
        <p:spPr>
          <a:xfrm>
            <a:off x="500634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3" name="s07-moe-checkpoint-6:2:102:rect"/>
          <p:cNvSpPr/>
          <p:nvPr/>
        </p:nvSpPr>
        <p:spPr>
          <a:xfrm>
            <a:off x="509320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4" name="s07-moe-checkpoint-6:2:103:rect"/>
          <p:cNvSpPr/>
          <p:nvPr/>
        </p:nvSpPr>
        <p:spPr>
          <a:xfrm>
            <a:off x="518007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5" name="s07-moe-checkpoint-6:2:104:rect"/>
          <p:cNvSpPr/>
          <p:nvPr/>
        </p:nvSpPr>
        <p:spPr>
          <a:xfrm>
            <a:off x="526694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6" name="s07-moe-checkpoint-6:2:105:rect"/>
          <p:cNvSpPr/>
          <p:nvPr/>
        </p:nvSpPr>
        <p:spPr>
          <a:xfrm>
            <a:off x="535381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7" name="s07-moe-checkpoint-6:2:106:rect"/>
          <p:cNvSpPr/>
          <p:nvPr/>
        </p:nvSpPr>
        <p:spPr>
          <a:xfrm>
            <a:off x="544068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8" name="s07-moe-checkpoint-6:2:107:rect"/>
          <p:cNvSpPr/>
          <p:nvPr/>
        </p:nvSpPr>
        <p:spPr>
          <a:xfrm>
            <a:off x="552754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9" name="s07-moe-checkpoint-6:2:108:rect"/>
          <p:cNvSpPr/>
          <p:nvPr/>
        </p:nvSpPr>
        <p:spPr>
          <a:xfrm>
            <a:off x="561441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0" name="s07-moe-checkpoint-6:2:109:rect"/>
          <p:cNvSpPr/>
          <p:nvPr/>
        </p:nvSpPr>
        <p:spPr>
          <a:xfrm>
            <a:off x="570128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1" name="s07-moe-checkpoint-6:2:110:rect"/>
          <p:cNvSpPr/>
          <p:nvPr/>
        </p:nvSpPr>
        <p:spPr>
          <a:xfrm>
            <a:off x="578815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2" name="s07-moe-checkpoint-6:2:111:rect"/>
          <p:cNvSpPr/>
          <p:nvPr/>
        </p:nvSpPr>
        <p:spPr>
          <a:xfrm>
            <a:off x="587502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3" name="s07-moe-checkpoint-6:2:1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4" name="s07-moe-checkpoint-6:2:113:rect"/>
          <p:cNvSpPr/>
          <p:nvPr/>
        </p:nvSpPr>
        <p:spPr>
          <a:xfrm>
            <a:off x="604875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5" name="s07-moe-checkpoint-6:2:114:rect"/>
          <p:cNvSpPr/>
          <p:nvPr/>
        </p:nvSpPr>
        <p:spPr>
          <a:xfrm>
            <a:off x="613562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6" name="s07-moe-checkpoint-6:2:115:rect"/>
          <p:cNvSpPr/>
          <p:nvPr/>
        </p:nvSpPr>
        <p:spPr>
          <a:xfrm>
            <a:off x="622249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7" name="s07-moe-checkpoint-6:2:116:rect"/>
          <p:cNvSpPr/>
          <p:nvPr/>
        </p:nvSpPr>
        <p:spPr>
          <a:xfrm>
            <a:off x="630936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8" name="s07-moe-checkpoint-6:2:117:rect"/>
          <p:cNvSpPr/>
          <p:nvPr/>
        </p:nvSpPr>
        <p:spPr>
          <a:xfrm>
            <a:off x="639622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9" name="s07-moe-checkpoint-6:2:118:rect"/>
          <p:cNvSpPr/>
          <p:nvPr/>
        </p:nvSpPr>
        <p:spPr>
          <a:xfrm>
            <a:off x="648309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0" name="s07-moe-checkpoint-6:2:119:rect"/>
          <p:cNvSpPr/>
          <p:nvPr/>
        </p:nvSpPr>
        <p:spPr>
          <a:xfrm>
            <a:off x="656996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1" name="s07-moe-checkpoint-6:2:120:rect"/>
          <p:cNvSpPr/>
          <p:nvPr/>
        </p:nvSpPr>
        <p:spPr>
          <a:xfrm>
            <a:off x="457200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2" name="s07-moe-checkpoint-6:2:121:rect"/>
          <p:cNvSpPr/>
          <p:nvPr/>
        </p:nvSpPr>
        <p:spPr>
          <a:xfrm>
            <a:off x="465886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3" name="s07-moe-checkpoint-6:2:122:rect"/>
          <p:cNvSpPr/>
          <p:nvPr/>
        </p:nvSpPr>
        <p:spPr>
          <a:xfrm>
            <a:off x="474573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4" name="s07-moe-checkpoint-6:2:123:rect"/>
          <p:cNvSpPr/>
          <p:nvPr/>
        </p:nvSpPr>
        <p:spPr>
          <a:xfrm>
            <a:off x="483260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5" name="s07-moe-checkpoint-6:2:124:rect"/>
          <p:cNvSpPr/>
          <p:nvPr/>
        </p:nvSpPr>
        <p:spPr>
          <a:xfrm>
            <a:off x="491947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6" name="s07-moe-checkpoint-6:2:125:rect"/>
          <p:cNvSpPr/>
          <p:nvPr/>
        </p:nvSpPr>
        <p:spPr>
          <a:xfrm>
            <a:off x="500634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7" name="s07-moe-checkpoint-6:2:126:rect"/>
          <p:cNvSpPr/>
          <p:nvPr/>
        </p:nvSpPr>
        <p:spPr>
          <a:xfrm>
            <a:off x="509320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8" name="s07-moe-checkpoint-6:2:127:rect"/>
          <p:cNvSpPr/>
          <p:nvPr/>
        </p:nvSpPr>
        <p:spPr>
          <a:xfrm>
            <a:off x="518007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9" name="s07-moe-checkpoint-6:2:128:rect"/>
          <p:cNvSpPr/>
          <p:nvPr/>
        </p:nvSpPr>
        <p:spPr>
          <a:xfrm>
            <a:off x="526694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0" name="s07-moe-checkpoint-6:2:129:rect"/>
          <p:cNvSpPr/>
          <p:nvPr/>
        </p:nvSpPr>
        <p:spPr>
          <a:xfrm>
            <a:off x="535381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1" name="s07-moe-checkpoint-6:2:130:rect"/>
          <p:cNvSpPr/>
          <p:nvPr/>
        </p:nvSpPr>
        <p:spPr>
          <a:xfrm>
            <a:off x="544068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2" name="s07-moe-checkpoint-6:2:131:rect"/>
          <p:cNvSpPr/>
          <p:nvPr/>
        </p:nvSpPr>
        <p:spPr>
          <a:xfrm>
            <a:off x="552754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3" name="s07-moe-checkpoint-6:2:132:rect"/>
          <p:cNvSpPr/>
          <p:nvPr/>
        </p:nvSpPr>
        <p:spPr>
          <a:xfrm>
            <a:off x="561441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4" name="s07-moe-checkpoint-6:2:133:rect"/>
          <p:cNvSpPr/>
          <p:nvPr/>
        </p:nvSpPr>
        <p:spPr>
          <a:xfrm>
            <a:off x="570128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5" name="s07-moe-checkpoint-6:2:134:rect"/>
          <p:cNvSpPr/>
          <p:nvPr/>
        </p:nvSpPr>
        <p:spPr>
          <a:xfrm>
            <a:off x="578815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6" name="s07-moe-checkpoint-6:2:135:rect"/>
          <p:cNvSpPr/>
          <p:nvPr/>
        </p:nvSpPr>
        <p:spPr>
          <a:xfrm>
            <a:off x="587502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7" name="s07-moe-checkpoint-6:2:136:rect"/>
          <p:cNvSpPr/>
          <p:nvPr/>
        </p:nvSpPr>
        <p:spPr>
          <a:xfrm>
            <a:off x="596188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8" name="s07-moe-checkpoint-6:2:137:rect"/>
          <p:cNvSpPr/>
          <p:nvPr/>
        </p:nvSpPr>
        <p:spPr>
          <a:xfrm>
            <a:off x="604875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9" name="s07-moe-checkpoint-6:2:138:rect"/>
          <p:cNvSpPr/>
          <p:nvPr/>
        </p:nvSpPr>
        <p:spPr>
          <a:xfrm>
            <a:off x="613562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0" name="s07-moe-checkpoint-6:2:139:rect"/>
          <p:cNvSpPr/>
          <p:nvPr/>
        </p:nvSpPr>
        <p:spPr>
          <a:xfrm>
            <a:off x="622249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1" name="s07-moe-checkpoint-6:2:140:rect"/>
          <p:cNvSpPr/>
          <p:nvPr/>
        </p:nvSpPr>
        <p:spPr>
          <a:xfrm>
            <a:off x="630936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2" name="s07-moe-checkpoint-6:2:141:rect"/>
          <p:cNvSpPr/>
          <p:nvPr/>
        </p:nvSpPr>
        <p:spPr>
          <a:xfrm>
            <a:off x="639622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3" name="s07-moe-checkpoint-6:2:142:rect"/>
          <p:cNvSpPr/>
          <p:nvPr/>
        </p:nvSpPr>
        <p:spPr>
          <a:xfrm>
            <a:off x="648309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4" name="s07-moe-checkpoint-6:2:143:rect"/>
          <p:cNvSpPr/>
          <p:nvPr/>
        </p:nvSpPr>
        <p:spPr>
          <a:xfrm>
            <a:off x="656996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5" name="s07-moe-checkpoint-6:2:144:rect"/>
          <p:cNvSpPr/>
          <p:nvPr/>
        </p:nvSpPr>
        <p:spPr>
          <a:xfrm>
            <a:off x="457200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6" name="s07-moe-checkpoint-6:2:145:rect"/>
          <p:cNvSpPr/>
          <p:nvPr/>
        </p:nvSpPr>
        <p:spPr>
          <a:xfrm>
            <a:off x="465886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7" name="s07-moe-checkpoint-6:2:146:rect"/>
          <p:cNvSpPr/>
          <p:nvPr/>
        </p:nvSpPr>
        <p:spPr>
          <a:xfrm>
            <a:off x="474573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8" name="s07-moe-checkpoint-6:2:147:rect"/>
          <p:cNvSpPr/>
          <p:nvPr/>
        </p:nvSpPr>
        <p:spPr>
          <a:xfrm>
            <a:off x="483260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9" name="s07-moe-checkpoint-6:2:148:rect"/>
          <p:cNvSpPr/>
          <p:nvPr/>
        </p:nvSpPr>
        <p:spPr>
          <a:xfrm>
            <a:off x="491947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0" name="s07-moe-checkpoint-6:2:149:rect"/>
          <p:cNvSpPr/>
          <p:nvPr/>
        </p:nvSpPr>
        <p:spPr>
          <a:xfrm>
            <a:off x="500634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1" name="s07-moe-checkpoint-6:2:150:rect"/>
          <p:cNvSpPr/>
          <p:nvPr/>
        </p:nvSpPr>
        <p:spPr>
          <a:xfrm>
            <a:off x="509320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2" name="s07-moe-checkpoint-6:2:151:rect"/>
          <p:cNvSpPr/>
          <p:nvPr/>
        </p:nvSpPr>
        <p:spPr>
          <a:xfrm>
            <a:off x="518007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3" name="s07-moe-checkpoint-6:2:152:rect"/>
          <p:cNvSpPr/>
          <p:nvPr/>
        </p:nvSpPr>
        <p:spPr>
          <a:xfrm>
            <a:off x="526694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4" name="s07-moe-checkpoint-6:2:153:rect"/>
          <p:cNvSpPr/>
          <p:nvPr/>
        </p:nvSpPr>
        <p:spPr>
          <a:xfrm>
            <a:off x="535381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5" name="s07-moe-checkpoint-6:2:154:rect"/>
          <p:cNvSpPr/>
          <p:nvPr/>
        </p:nvSpPr>
        <p:spPr>
          <a:xfrm>
            <a:off x="544068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6" name="s07-moe-checkpoint-6:2:155:rect"/>
          <p:cNvSpPr/>
          <p:nvPr/>
        </p:nvSpPr>
        <p:spPr>
          <a:xfrm>
            <a:off x="552754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7" name="s07-moe-checkpoint-6:2:156:rect"/>
          <p:cNvSpPr/>
          <p:nvPr/>
        </p:nvSpPr>
        <p:spPr>
          <a:xfrm>
            <a:off x="561441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8" name="s07-moe-checkpoint-6:2:157:rect"/>
          <p:cNvSpPr/>
          <p:nvPr/>
        </p:nvSpPr>
        <p:spPr>
          <a:xfrm>
            <a:off x="570128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9" name="s07-moe-checkpoint-6:2:158:rect"/>
          <p:cNvSpPr/>
          <p:nvPr/>
        </p:nvSpPr>
        <p:spPr>
          <a:xfrm>
            <a:off x="578815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0" name="s07-moe-checkpoint-6:2:159:rect"/>
          <p:cNvSpPr/>
          <p:nvPr/>
        </p:nvSpPr>
        <p:spPr>
          <a:xfrm>
            <a:off x="587502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1" name="s07-moe-checkpoint-6:2:160:rect"/>
          <p:cNvSpPr/>
          <p:nvPr/>
        </p:nvSpPr>
        <p:spPr>
          <a:xfrm>
            <a:off x="596188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2" name="s07-moe-checkpoint-6:2:161:rect"/>
          <p:cNvSpPr/>
          <p:nvPr/>
        </p:nvSpPr>
        <p:spPr>
          <a:xfrm>
            <a:off x="604875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3" name="s07-moe-checkpoint-6:2:162:rect"/>
          <p:cNvSpPr/>
          <p:nvPr/>
        </p:nvSpPr>
        <p:spPr>
          <a:xfrm>
            <a:off x="613562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4" name="s07-moe-checkpoint-6:2:163:rect"/>
          <p:cNvSpPr/>
          <p:nvPr/>
        </p:nvSpPr>
        <p:spPr>
          <a:xfrm>
            <a:off x="622249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5" name="s07-moe-checkpoint-6:2:164:rect"/>
          <p:cNvSpPr/>
          <p:nvPr/>
        </p:nvSpPr>
        <p:spPr>
          <a:xfrm>
            <a:off x="630936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6" name="s07-moe-checkpoint-6:2:165:rect"/>
          <p:cNvSpPr/>
          <p:nvPr/>
        </p:nvSpPr>
        <p:spPr>
          <a:xfrm>
            <a:off x="639622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7" name="s07-moe-checkpoint-6:2:166:rect"/>
          <p:cNvSpPr/>
          <p:nvPr/>
        </p:nvSpPr>
        <p:spPr>
          <a:xfrm>
            <a:off x="648309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8" name="s07-moe-checkpoint-6:2:167:rect"/>
          <p:cNvSpPr/>
          <p:nvPr/>
        </p:nvSpPr>
        <p:spPr>
          <a:xfrm>
            <a:off x="656996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9" name="s07-moe-checkpoint-6:2:168:rect"/>
          <p:cNvSpPr/>
          <p:nvPr/>
        </p:nvSpPr>
        <p:spPr>
          <a:xfrm>
            <a:off x="457200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0" name="s07-moe-checkpoint-6:2:169:rect"/>
          <p:cNvSpPr/>
          <p:nvPr/>
        </p:nvSpPr>
        <p:spPr>
          <a:xfrm>
            <a:off x="465886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1" name="s07-moe-checkpoint-6:2:170:rect"/>
          <p:cNvSpPr/>
          <p:nvPr/>
        </p:nvSpPr>
        <p:spPr>
          <a:xfrm>
            <a:off x="474573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2" name="s07-moe-checkpoint-6:2:171:rect"/>
          <p:cNvSpPr/>
          <p:nvPr/>
        </p:nvSpPr>
        <p:spPr>
          <a:xfrm>
            <a:off x="483260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3" name="s07-moe-checkpoint-6:2:172:rect"/>
          <p:cNvSpPr/>
          <p:nvPr/>
        </p:nvSpPr>
        <p:spPr>
          <a:xfrm>
            <a:off x="491947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4" name="s07-moe-checkpoint-6:2:173:rect"/>
          <p:cNvSpPr/>
          <p:nvPr/>
        </p:nvSpPr>
        <p:spPr>
          <a:xfrm>
            <a:off x="500634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5" name="s07-moe-checkpoint-6:2:174:rect"/>
          <p:cNvSpPr/>
          <p:nvPr/>
        </p:nvSpPr>
        <p:spPr>
          <a:xfrm>
            <a:off x="509320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6" name="s07-moe-checkpoint-6:2:175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7" name="s07-moe-checkpoint-6:2:176:rect"/>
          <p:cNvSpPr/>
          <p:nvPr/>
        </p:nvSpPr>
        <p:spPr>
          <a:xfrm>
            <a:off x="526694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8" name="s07-moe-checkpoint-6:2:177:rect"/>
          <p:cNvSpPr/>
          <p:nvPr/>
        </p:nvSpPr>
        <p:spPr>
          <a:xfrm>
            <a:off x="535381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9" name="s07-moe-checkpoint-6:2:178:rect"/>
          <p:cNvSpPr/>
          <p:nvPr/>
        </p:nvSpPr>
        <p:spPr>
          <a:xfrm>
            <a:off x="544068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0" name="s07-moe-checkpoint-6:2:179:rect"/>
          <p:cNvSpPr/>
          <p:nvPr/>
        </p:nvSpPr>
        <p:spPr>
          <a:xfrm>
            <a:off x="552754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1" name="s07-moe-checkpoint-6:2:180:rect"/>
          <p:cNvSpPr/>
          <p:nvPr/>
        </p:nvSpPr>
        <p:spPr>
          <a:xfrm>
            <a:off x="561441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2" name="s07-moe-checkpoint-6:2:181:rect"/>
          <p:cNvSpPr/>
          <p:nvPr/>
        </p:nvSpPr>
        <p:spPr>
          <a:xfrm>
            <a:off x="570128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3" name="s07-moe-checkpoint-6:2:182:rect"/>
          <p:cNvSpPr/>
          <p:nvPr/>
        </p:nvSpPr>
        <p:spPr>
          <a:xfrm>
            <a:off x="578815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4" name="s07-moe-checkpoint-6:2:183:rect"/>
          <p:cNvSpPr/>
          <p:nvPr/>
        </p:nvSpPr>
        <p:spPr>
          <a:xfrm>
            <a:off x="587502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5" name="s07-moe-checkpoint-6:2:184:rect"/>
          <p:cNvSpPr/>
          <p:nvPr/>
        </p:nvSpPr>
        <p:spPr>
          <a:xfrm>
            <a:off x="596188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6" name="s07-moe-checkpoint-6:2:185:rect"/>
          <p:cNvSpPr/>
          <p:nvPr/>
        </p:nvSpPr>
        <p:spPr>
          <a:xfrm>
            <a:off x="604875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7" name="s07-moe-checkpoint-6:2:186:rect"/>
          <p:cNvSpPr/>
          <p:nvPr/>
        </p:nvSpPr>
        <p:spPr>
          <a:xfrm>
            <a:off x="613562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8" name="s07-moe-checkpoint-6:2:187:rect"/>
          <p:cNvSpPr/>
          <p:nvPr/>
        </p:nvSpPr>
        <p:spPr>
          <a:xfrm>
            <a:off x="622249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9" name="s07-moe-checkpoint-6:2:188:rect"/>
          <p:cNvSpPr/>
          <p:nvPr/>
        </p:nvSpPr>
        <p:spPr>
          <a:xfrm>
            <a:off x="630936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0" name="s07-moe-checkpoint-6:2:189:rect"/>
          <p:cNvSpPr/>
          <p:nvPr/>
        </p:nvSpPr>
        <p:spPr>
          <a:xfrm>
            <a:off x="639622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1" name="s07-moe-checkpoint-6:2:190:rect"/>
          <p:cNvSpPr/>
          <p:nvPr/>
        </p:nvSpPr>
        <p:spPr>
          <a:xfrm>
            <a:off x="648309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2" name="s07-moe-checkpoint-6:2:191:rect"/>
          <p:cNvSpPr/>
          <p:nvPr/>
        </p:nvSpPr>
        <p:spPr>
          <a:xfrm>
            <a:off x="656996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3" name="s07-moe-checkpoint-6:2:192:rect"/>
          <p:cNvSpPr/>
          <p:nvPr/>
        </p:nvSpPr>
        <p:spPr>
          <a:xfrm>
            <a:off x="457200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4" name="s07-moe-checkpoint-6:2:193:rect"/>
          <p:cNvSpPr/>
          <p:nvPr/>
        </p:nvSpPr>
        <p:spPr>
          <a:xfrm>
            <a:off x="465886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5" name="s07-moe-checkpoint-6:2:194:rect"/>
          <p:cNvSpPr/>
          <p:nvPr/>
        </p:nvSpPr>
        <p:spPr>
          <a:xfrm>
            <a:off x="474573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6" name="s07-moe-checkpoint-6:2:195:rect"/>
          <p:cNvSpPr/>
          <p:nvPr/>
        </p:nvSpPr>
        <p:spPr>
          <a:xfrm>
            <a:off x="483260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7" name="s07-moe-checkpoint-6:2:196:rect"/>
          <p:cNvSpPr/>
          <p:nvPr/>
        </p:nvSpPr>
        <p:spPr>
          <a:xfrm>
            <a:off x="491947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8" name="s07-moe-checkpoint-6:2:197:rect"/>
          <p:cNvSpPr/>
          <p:nvPr/>
        </p:nvSpPr>
        <p:spPr>
          <a:xfrm>
            <a:off x="500634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9" name="s07-moe-checkpoint-6:2:198:rect"/>
          <p:cNvSpPr/>
          <p:nvPr/>
        </p:nvSpPr>
        <p:spPr>
          <a:xfrm>
            <a:off x="509320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0" name="s07-moe-checkpoint-6:2:199:rect"/>
          <p:cNvSpPr/>
          <p:nvPr/>
        </p:nvSpPr>
        <p:spPr>
          <a:xfrm>
            <a:off x="518007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1" name="s07-moe-checkpoint-6:2:200:rect"/>
          <p:cNvSpPr/>
          <p:nvPr/>
        </p:nvSpPr>
        <p:spPr>
          <a:xfrm>
            <a:off x="526694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2" name="s07-moe-checkpoint-6:2:201:rect"/>
          <p:cNvSpPr/>
          <p:nvPr/>
        </p:nvSpPr>
        <p:spPr>
          <a:xfrm>
            <a:off x="535381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3" name="s07-moe-checkpoint-6:2:202:rect"/>
          <p:cNvSpPr/>
          <p:nvPr/>
        </p:nvSpPr>
        <p:spPr>
          <a:xfrm>
            <a:off x="544068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4" name="s07-moe-checkpoint-6:2:203:rect"/>
          <p:cNvSpPr/>
          <p:nvPr/>
        </p:nvSpPr>
        <p:spPr>
          <a:xfrm>
            <a:off x="552754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5" name="s07-moe-checkpoint-6:2:204:rect"/>
          <p:cNvSpPr/>
          <p:nvPr/>
        </p:nvSpPr>
        <p:spPr>
          <a:xfrm>
            <a:off x="561441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6" name="s07-moe-checkpoint-6:2:205:rect"/>
          <p:cNvSpPr/>
          <p:nvPr/>
        </p:nvSpPr>
        <p:spPr>
          <a:xfrm>
            <a:off x="570128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7" name="s07-moe-checkpoint-6:2:206:rect"/>
          <p:cNvSpPr/>
          <p:nvPr/>
        </p:nvSpPr>
        <p:spPr>
          <a:xfrm>
            <a:off x="578815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8" name="s07-moe-checkpoint-6:2:207:rect"/>
          <p:cNvSpPr/>
          <p:nvPr/>
        </p:nvSpPr>
        <p:spPr>
          <a:xfrm>
            <a:off x="587502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9" name="s07-moe-checkpoint-6:2:208:rect"/>
          <p:cNvSpPr/>
          <p:nvPr/>
        </p:nvSpPr>
        <p:spPr>
          <a:xfrm>
            <a:off x="596188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0" name="s07-moe-checkpoint-6:2:209:rect"/>
          <p:cNvSpPr/>
          <p:nvPr/>
        </p:nvSpPr>
        <p:spPr>
          <a:xfrm>
            <a:off x="604875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1" name="s07-moe-checkpoint-6:2:210:rect"/>
          <p:cNvSpPr/>
          <p:nvPr/>
        </p:nvSpPr>
        <p:spPr>
          <a:xfrm>
            <a:off x="613562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2" name="s07-moe-checkpoint-6:2:211:rect"/>
          <p:cNvSpPr/>
          <p:nvPr/>
        </p:nvSpPr>
        <p:spPr>
          <a:xfrm>
            <a:off x="622249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3" name="s07-moe-checkpoint-6:2:212:rect"/>
          <p:cNvSpPr/>
          <p:nvPr/>
        </p:nvSpPr>
        <p:spPr>
          <a:xfrm>
            <a:off x="630936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4" name="s07-moe-checkpoint-6:2:213:rect"/>
          <p:cNvSpPr/>
          <p:nvPr/>
        </p:nvSpPr>
        <p:spPr>
          <a:xfrm>
            <a:off x="639622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5" name="s07-moe-checkpoint-6:2:214:rect"/>
          <p:cNvSpPr/>
          <p:nvPr/>
        </p:nvSpPr>
        <p:spPr>
          <a:xfrm>
            <a:off x="648309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6" name="s07-moe-checkpoint-6:2:215:rect"/>
          <p:cNvSpPr/>
          <p:nvPr/>
        </p:nvSpPr>
        <p:spPr>
          <a:xfrm>
            <a:off x="656996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7" name="s07-moe-checkpoint-6:2:216:rect"/>
          <p:cNvSpPr/>
          <p:nvPr/>
        </p:nvSpPr>
        <p:spPr>
          <a:xfrm>
            <a:off x="457200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8" name="s07-moe-checkpoint-6:2:217:rect"/>
          <p:cNvSpPr/>
          <p:nvPr/>
        </p:nvSpPr>
        <p:spPr>
          <a:xfrm>
            <a:off x="465886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9" name="s07-moe-checkpoint-6:2:218:rect"/>
          <p:cNvSpPr/>
          <p:nvPr/>
        </p:nvSpPr>
        <p:spPr>
          <a:xfrm>
            <a:off x="474573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0" name="s07-moe-checkpoint-6:2:219:rect"/>
          <p:cNvSpPr/>
          <p:nvPr/>
        </p:nvSpPr>
        <p:spPr>
          <a:xfrm>
            <a:off x="483260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1" name="s07-moe-checkpoint-6:2:220:rect"/>
          <p:cNvSpPr/>
          <p:nvPr/>
        </p:nvSpPr>
        <p:spPr>
          <a:xfrm>
            <a:off x="491947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2" name="s07-moe-checkpoint-6:2:221:rect"/>
          <p:cNvSpPr/>
          <p:nvPr/>
        </p:nvSpPr>
        <p:spPr>
          <a:xfrm>
            <a:off x="500634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3" name="s07-moe-checkpoint-6:2:222:rect"/>
          <p:cNvSpPr/>
          <p:nvPr/>
        </p:nvSpPr>
        <p:spPr>
          <a:xfrm>
            <a:off x="509320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4" name="s07-moe-checkpoint-6:2:223:rect"/>
          <p:cNvSpPr/>
          <p:nvPr/>
        </p:nvSpPr>
        <p:spPr>
          <a:xfrm>
            <a:off x="518007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5" name="s07-moe-checkpoint-6:2:224:rect"/>
          <p:cNvSpPr/>
          <p:nvPr/>
        </p:nvSpPr>
        <p:spPr>
          <a:xfrm>
            <a:off x="526694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6" name="s07-moe-checkpoint-6:2:225:rect"/>
          <p:cNvSpPr/>
          <p:nvPr/>
        </p:nvSpPr>
        <p:spPr>
          <a:xfrm>
            <a:off x="535381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7" name="s07-moe-checkpoint-6:2:226:rect"/>
          <p:cNvSpPr/>
          <p:nvPr/>
        </p:nvSpPr>
        <p:spPr>
          <a:xfrm>
            <a:off x="544068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8" name="s07-moe-checkpoint-6:2:227:rect"/>
          <p:cNvSpPr/>
          <p:nvPr/>
        </p:nvSpPr>
        <p:spPr>
          <a:xfrm>
            <a:off x="552754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9" name="s07-moe-checkpoint-6:2:228:rect"/>
          <p:cNvSpPr/>
          <p:nvPr/>
        </p:nvSpPr>
        <p:spPr>
          <a:xfrm>
            <a:off x="561441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0" name="s07-moe-checkpoint-6:2:229:rect"/>
          <p:cNvSpPr/>
          <p:nvPr/>
        </p:nvSpPr>
        <p:spPr>
          <a:xfrm>
            <a:off x="570128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1" name="s07-moe-checkpoint-6:2:230:rect"/>
          <p:cNvSpPr/>
          <p:nvPr/>
        </p:nvSpPr>
        <p:spPr>
          <a:xfrm>
            <a:off x="578815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2" name="s07-moe-checkpoint-6:2:231:rect"/>
          <p:cNvSpPr/>
          <p:nvPr/>
        </p:nvSpPr>
        <p:spPr>
          <a:xfrm>
            <a:off x="587502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3" name="s07-moe-checkpoint-6:2:232:rect"/>
          <p:cNvSpPr/>
          <p:nvPr/>
        </p:nvSpPr>
        <p:spPr>
          <a:xfrm>
            <a:off x="596188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4" name="s07-moe-checkpoint-6:2:233:rect"/>
          <p:cNvSpPr/>
          <p:nvPr/>
        </p:nvSpPr>
        <p:spPr>
          <a:xfrm>
            <a:off x="604875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5" name="s07-moe-checkpoint-6:2:234:rect"/>
          <p:cNvSpPr/>
          <p:nvPr/>
        </p:nvSpPr>
        <p:spPr>
          <a:xfrm>
            <a:off x="613562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6" name="s07-moe-checkpoint-6:2:235:rect"/>
          <p:cNvSpPr/>
          <p:nvPr/>
        </p:nvSpPr>
        <p:spPr>
          <a:xfrm>
            <a:off x="622249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7" name="s07-moe-checkpoint-6:2:236:rect"/>
          <p:cNvSpPr/>
          <p:nvPr/>
        </p:nvSpPr>
        <p:spPr>
          <a:xfrm>
            <a:off x="630936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8" name="s07-moe-checkpoint-6:2:237:rect"/>
          <p:cNvSpPr/>
          <p:nvPr/>
        </p:nvSpPr>
        <p:spPr>
          <a:xfrm>
            <a:off x="639622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9" name="s07-moe-checkpoint-6:2:238:rect"/>
          <p:cNvSpPr/>
          <p:nvPr/>
        </p:nvSpPr>
        <p:spPr>
          <a:xfrm>
            <a:off x="648309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0" name="s07-moe-checkpoint-6:2:239:rect"/>
          <p:cNvSpPr/>
          <p:nvPr/>
        </p:nvSpPr>
        <p:spPr>
          <a:xfrm>
            <a:off x="656996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1" name="s07-moe-checkpoint-6:2:240:rect"/>
          <p:cNvSpPr/>
          <p:nvPr/>
        </p:nvSpPr>
        <p:spPr>
          <a:xfrm>
            <a:off x="457200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2" name="s07-moe-checkpoint-6:2:241:rect"/>
          <p:cNvSpPr/>
          <p:nvPr/>
        </p:nvSpPr>
        <p:spPr>
          <a:xfrm>
            <a:off x="465886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3" name="s07-moe-checkpoint-6:2:242:rect"/>
          <p:cNvSpPr/>
          <p:nvPr/>
        </p:nvSpPr>
        <p:spPr>
          <a:xfrm>
            <a:off x="474573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4" name="s07-moe-checkpoint-6:2:243:rect"/>
          <p:cNvSpPr/>
          <p:nvPr/>
        </p:nvSpPr>
        <p:spPr>
          <a:xfrm>
            <a:off x="483260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5" name="s07-moe-checkpoint-6:2:244:rect"/>
          <p:cNvSpPr/>
          <p:nvPr/>
        </p:nvSpPr>
        <p:spPr>
          <a:xfrm>
            <a:off x="491947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6" name="s07-moe-checkpoint-6:2:245:rect"/>
          <p:cNvSpPr/>
          <p:nvPr/>
        </p:nvSpPr>
        <p:spPr>
          <a:xfrm>
            <a:off x="500634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7" name="s07-moe-checkpoint-6:2:246:rect"/>
          <p:cNvSpPr/>
          <p:nvPr/>
        </p:nvSpPr>
        <p:spPr>
          <a:xfrm>
            <a:off x="509320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8" name="s07-moe-checkpoint-6:2:247:rect"/>
          <p:cNvSpPr/>
          <p:nvPr/>
        </p:nvSpPr>
        <p:spPr>
          <a:xfrm>
            <a:off x="518007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9" name="s07-moe-checkpoint-6:2:248:rect"/>
          <p:cNvSpPr/>
          <p:nvPr/>
        </p:nvSpPr>
        <p:spPr>
          <a:xfrm>
            <a:off x="526694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0" name="s07-moe-checkpoint-6:2:249:rect"/>
          <p:cNvSpPr/>
          <p:nvPr/>
        </p:nvSpPr>
        <p:spPr>
          <a:xfrm>
            <a:off x="535381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1" name="s07-moe-checkpoint-6:2:250:rect"/>
          <p:cNvSpPr/>
          <p:nvPr/>
        </p:nvSpPr>
        <p:spPr>
          <a:xfrm>
            <a:off x="544068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2" name="s07-moe-checkpoint-6:2:251:rect"/>
          <p:cNvSpPr/>
          <p:nvPr/>
        </p:nvSpPr>
        <p:spPr>
          <a:xfrm>
            <a:off x="552754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3" name="s07-moe-checkpoint-6:2:252:rect"/>
          <p:cNvSpPr/>
          <p:nvPr/>
        </p:nvSpPr>
        <p:spPr>
          <a:xfrm>
            <a:off x="561441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4" name="s07-moe-checkpoint-6:2:253:rect"/>
          <p:cNvSpPr/>
          <p:nvPr/>
        </p:nvSpPr>
        <p:spPr>
          <a:xfrm>
            <a:off x="570128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5" name="s07-moe-checkpoint-6:2:254:rect"/>
          <p:cNvSpPr/>
          <p:nvPr/>
        </p:nvSpPr>
        <p:spPr>
          <a:xfrm>
            <a:off x="578815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6" name="s07-moe-checkpoint-6:2:255:rect"/>
          <p:cNvSpPr/>
          <p:nvPr/>
        </p:nvSpPr>
        <p:spPr>
          <a:xfrm>
            <a:off x="587502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7" name="s07-moe-checkpoint-6:2:256:rect"/>
          <p:cNvSpPr/>
          <p:nvPr/>
        </p:nvSpPr>
        <p:spPr>
          <a:xfrm>
            <a:off x="596188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8" name="s07-moe-checkpoint-6:2:257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9" name="s07-moe-checkpoint-6:2:258:rect"/>
          <p:cNvSpPr/>
          <p:nvPr/>
        </p:nvSpPr>
        <p:spPr>
          <a:xfrm>
            <a:off x="613562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0" name="s07-moe-checkpoint-6:2:259:rect"/>
          <p:cNvSpPr/>
          <p:nvPr/>
        </p:nvSpPr>
        <p:spPr>
          <a:xfrm>
            <a:off x="622249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1" name="s07-moe-checkpoint-6:2:260:rect"/>
          <p:cNvSpPr/>
          <p:nvPr/>
        </p:nvSpPr>
        <p:spPr>
          <a:xfrm>
            <a:off x="630936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2" name="s07-moe-checkpoint-6:2:261:rect"/>
          <p:cNvSpPr/>
          <p:nvPr/>
        </p:nvSpPr>
        <p:spPr>
          <a:xfrm>
            <a:off x="639622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3" name="s07-moe-checkpoint-6:2:262:rect"/>
          <p:cNvSpPr/>
          <p:nvPr/>
        </p:nvSpPr>
        <p:spPr>
          <a:xfrm>
            <a:off x="648309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4" name="s07-moe-checkpoint-6:2:263:rect"/>
          <p:cNvSpPr/>
          <p:nvPr/>
        </p:nvSpPr>
        <p:spPr>
          <a:xfrm>
            <a:off x="656996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5" name="s07-moe-checkpoint-6:2:264:rect"/>
          <p:cNvSpPr/>
          <p:nvPr/>
        </p:nvSpPr>
        <p:spPr>
          <a:xfrm>
            <a:off x="457200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6" name="s07-moe-checkpoint-6:2:265:rect"/>
          <p:cNvSpPr/>
          <p:nvPr/>
        </p:nvSpPr>
        <p:spPr>
          <a:xfrm>
            <a:off x="465886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7" name="s07-moe-checkpoint-6:2:266:rect"/>
          <p:cNvSpPr/>
          <p:nvPr/>
        </p:nvSpPr>
        <p:spPr>
          <a:xfrm>
            <a:off x="474573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8" name="s07-moe-checkpoint-6:2:267:rect"/>
          <p:cNvSpPr/>
          <p:nvPr/>
        </p:nvSpPr>
        <p:spPr>
          <a:xfrm>
            <a:off x="483260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9" name="s07-moe-checkpoint-6:2:268:rect"/>
          <p:cNvSpPr/>
          <p:nvPr/>
        </p:nvSpPr>
        <p:spPr>
          <a:xfrm>
            <a:off x="491947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0" name="s07-moe-checkpoint-6:2:269:rect"/>
          <p:cNvSpPr/>
          <p:nvPr/>
        </p:nvSpPr>
        <p:spPr>
          <a:xfrm>
            <a:off x="500634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1" name="s07-moe-checkpoint-6:2:270:rect"/>
          <p:cNvSpPr/>
          <p:nvPr/>
        </p:nvSpPr>
        <p:spPr>
          <a:xfrm>
            <a:off x="509320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2" name="s07-moe-checkpoint-6:2:271:rect"/>
          <p:cNvSpPr/>
          <p:nvPr/>
        </p:nvSpPr>
        <p:spPr>
          <a:xfrm>
            <a:off x="518007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3" name="s07-moe-checkpoint-6:2:272:rect"/>
          <p:cNvSpPr/>
          <p:nvPr/>
        </p:nvSpPr>
        <p:spPr>
          <a:xfrm>
            <a:off x="526694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4" name="s07-moe-checkpoint-6:2:273:rect"/>
          <p:cNvSpPr/>
          <p:nvPr/>
        </p:nvSpPr>
        <p:spPr>
          <a:xfrm>
            <a:off x="535381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5" name="s07-moe-checkpoint-6:2:274:rect"/>
          <p:cNvSpPr/>
          <p:nvPr/>
        </p:nvSpPr>
        <p:spPr>
          <a:xfrm>
            <a:off x="544068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6" name="s07-moe-checkpoint-6:2:275:rect"/>
          <p:cNvSpPr/>
          <p:nvPr/>
        </p:nvSpPr>
        <p:spPr>
          <a:xfrm>
            <a:off x="552754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7" name="s07-moe-checkpoint-6:2:276:rect"/>
          <p:cNvSpPr/>
          <p:nvPr/>
        </p:nvSpPr>
        <p:spPr>
          <a:xfrm>
            <a:off x="561441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8" name="s07-moe-checkpoint-6:2:277:rect"/>
          <p:cNvSpPr/>
          <p:nvPr/>
        </p:nvSpPr>
        <p:spPr>
          <a:xfrm>
            <a:off x="570128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9" name="s07-moe-checkpoint-6:2:278:rect"/>
          <p:cNvSpPr/>
          <p:nvPr/>
        </p:nvSpPr>
        <p:spPr>
          <a:xfrm>
            <a:off x="578815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0" name="s07-moe-checkpoint-6:2:279:rect"/>
          <p:cNvSpPr/>
          <p:nvPr/>
        </p:nvSpPr>
        <p:spPr>
          <a:xfrm>
            <a:off x="587502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1" name="s07-moe-checkpoint-6:2:280:rect"/>
          <p:cNvSpPr/>
          <p:nvPr/>
        </p:nvSpPr>
        <p:spPr>
          <a:xfrm>
            <a:off x="596188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2" name="s07-moe-checkpoint-6:2:281:rect"/>
          <p:cNvSpPr/>
          <p:nvPr/>
        </p:nvSpPr>
        <p:spPr>
          <a:xfrm>
            <a:off x="604875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3" name="s07-moe-checkpoint-6:2:282:rect"/>
          <p:cNvSpPr/>
          <p:nvPr/>
        </p:nvSpPr>
        <p:spPr>
          <a:xfrm>
            <a:off x="613562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4" name="s07-moe-checkpoint-6:2:283:rect"/>
          <p:cNvSpPr/>
          <p:nvPr/>
        </p:nvSpPr>
        <p:spPr>
          <a:xfrm>
            <a:off x="622249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5" name="s07-moe-checkpoint-6:2:284:rect"/>
          <p:cNvSpPr/>
          <p:nvPr/>
        </p:nvSpPr>
        <p:spPr>
          <a:xfrm>
            <a:off x="630936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6" name="s07-moe-checkpoint-6:2:285:rect"/>
          <p:cNvSpPr/>
          <p:nvPr/>
        </p:nvSpPr>
        <p:spPr>
          <a:xfrm>
            <a:off x="639622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7" name="s07-moe-checkpoint-6:2:286:rect"/>
          <p:cNvSpPr/>
          <p:nvPr/>
        </p:nvSpPr>
        <p:spPr>
          <a:xfrm>
            <a:off x="648309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8" name="s07-moe-checkpoint-6:2:287:rect"/>
          <p:cNvSpPr/>
          <p:nvPr/>
        </p:nvSpPr>
        <p:spPr>
          <a:xfrm>
            <a:off x="656996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9" name="s07-moe-checkpoint-6:2:288:rect"/>
          <p:cNvSpPr/>
          <p:nvPr/>
        </p:nvSpPr>
        <p:spPr>
          <a:xfrm>
            <a:off x="457200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0" name="s07-moe-checkpoint-6:2:289:rect"/>
          <p:cNvSpPr/>
          <p:nvPr/>
        </p:nvSpPr>
        <p:spPr>
          <a:xfrm>
            <a:off x="465886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1" name="s07-moe-checkpoint-6:2:290:rect"/>
          <p:cNvSpPr/>
          <p:nvPr/>
        </p:nvSpPr>
        <p:spPr>
          <a:xfrm>
            <a:off x="474573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2" name="s07-moe-checkpoint-6:2:291:rect"/>
          <p:cNvSpPr/>
          <p:nvPr/>
        </p:nvSpPr>
        <p:spPr>
          <a:xfrm>
            <a:off x="483260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3" name="s07-moe-checkpoint-6:2:292:rect"/>
          <p:cNvSpPr/>
          <p:nvPr/>
        </p:nvSpPr>
        <p:spPr>
          <a:xfrm>
            <a:off x="491947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4" name="s07-moe-checkpoint-6:2:293:rect"/>
          <p:cNvSpPr/>
          <p:nvPr/>
        </p:nvSpPr>
        <p:spPr>
          <a:xfrm>
            <a:off x="500634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5" name="s07-moe-checkpoint-6:2:294:rect"/>
          <p:cNvSpPr/>
          <p:nvPr/>
        </p:nvSpPr>
        <p:spPr>
          <a:xfrm>
            <a:off x="509320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6" name="s07-moe-checkpoint-6:2:295:rect"/>
          <p:cNvSpPr/>
          <p:nvPr/>
        </p:nvSpPr>
        <p:spPr>
          <a:xfrm>
            <a:off x="518007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7" name="s07-moe-checkpoint-6:2:296:rect"/>
          <p:cNvSpPr/>
          <p:nvPr/>
        </p:nvSpPr>
        <p:spPr>
          <a:xfrm>
            <a:off x="526694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8" name="s07-moe-checkpoint-6:2:297:rect"/>
          <p:cNvSpPr/>
          <p:nvPr/>
        </p:nvSpPr>
        <p:spPr>
          <a:xfrm>
            <a:off x="535381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9" name="s07-moe-checkpoint-6:2:298:rect"/>
          <p:cNvSpPr/>
          <p:nvPr/>
        </p:nvSpPr>
        <p:spPr>
          <a:xfrm>
            <a:off x="544068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0" name="s07-moe-checkpoint-6:2:299:rect"/>
          <p:cNvSpPr/>
          <p:nvPr/>
        </p:nvSpPr>
        <p:spPr>
          <a:xfrm>
            <a:off x="552754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1" name="s07-moe-checkpoint-6:2:300:rect"/>
          <p:cNvSpPr/>
          <p:nvPr/>
        </p:nvSpPr>
        <p:spPr>
          <a:xfrm>
            <a:off x="561441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2" name="s07-moe-checkpoint-6:2:301:rect"/>
          <p:cNvSpPr/>
          <p:nvPr/>
        </p:nvSpPr>
        <p:spPr>
          <a:xfrm>
            <a:off x="570128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3" name="s07-moe-checkpoint-6:2:302:rect"/>
          <p:cNvSpPr/>
          <p:nvPr/>
        </p:nvSpPr>
        <p:spPr>
          <a:xfrm>
            <a:off x="578815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4" name="s07-moe-checkpoint-6:2:303:rect"/>
          <p:cNvSpPr/>
          <p:nvPr/>
        </p:nvSpPr>
        <p:spPr>
          <a:xfrm>
            <a:off x="587502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5" name="s07-moe-checkpoint-6:2:304:rect"/>
          <p:cNvSpPr/>
          <p:nvPr/>
        </p:nvSpPr>
        <p:spPr>
          <a:xfrm>
            <a:off x="596188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6" name="s07-moe-checkpoint-6:2:305:rect"/>
          <p:cNvSpPr/>
          <p:nvPr/>
        </p:nvSpPr>
        <p:spPr>
          <a:xfrm>
            <a:off x="604875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7" name="s07-moe-checkpoint-6:2:306:rect"/>
          <p:cNvSpPr/>
          <p:nvPr/>
        </p:nvSpPr>
        <p:spPr>
          <a:xfrm>
            <a:off x="613562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8" name="s07-moe-checkpoint-6:2:307:rect"/>
          <p:cNvSpPr/>
          <p:nvPr/>
        </p:nvSpPr>
        <p:spPr>
          <a:xfrm>
            <a:off x="622249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9" name="s07-moe-checkpoint-6:2:308:rect"/>
          <p:cNvSpPr/>
          <p:nvPr/>
        </p:nvSpPr>
        <p:spPr>
          <a:xfrm>
            <a:off x="630936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0" name="s07-moe-checkpoint-6:2:309:rect"/>
          <p:cNvSpPr/>
          <p:nvPr/>
        </p:nvSpPr>
        <p:spPr>
          <a:xfrm>
            <a:off x="639622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1" name="s07-moe-checkpoint-6:2:310:rect"/>
          <p:cNvSpPr/>
          <p:nvPr/>
        </p:nvSpPr>
        <p:spPr>
          <a:xfrm>
            <a:off x="648309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2" name="s07-moe-checkpoint-6:2:311:rect"/>
          <p:cNvSpPr/>
          <p:nvPr/>
        </p:nvSpPr>
        <p:spPr>
          <a:xfrm>
            <a:off x="656996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3" name="s07-moe-checkpoint-6:2:312:rect"/>
          <p:cNvSpPr/>
          <p:nvPr/>
        </p:nvSpPr>
        <p:spPr>
          <a:xfrm>
            <a:off x="457200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4" name="s07-moe-checkpoint-6:2:313:rect"/>
          <p:cNvSpPr/>
          <p:nvPr/>
        </p:nvSpPr>
        <p:spPr>
          <a:xfrm>
            <a:off x="465886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5" name="s07-moe-checkpoint-6:2:314:rect"/>
          <p:cNvSpPr/>
          <p:nvPr/>
        </p:nvSpPr>
        <p:spPr>
          <a:xfrm>
            <a:off x="474573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6" name="s07-moe-checkpoint-6:2:315:rect"/>
          <p:cNvSpPr/>
          <p:nvPr/>
        </p:nvSpPr>
        <p:spPr>
          <a:xfrm>
            <a:off x="483260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7" name="s07-moe-checkpoint-6:2:316:rect"/>
          <p:cNvSpPr/>
          <p:nvPr/>
        </p:nvSpPr>
        <p:spPr>
          <a:xfrm>
            <a:off x="491947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8" name="s07-moe-checkpoint-6:2:317:rect"/>
          <p:cNvSpPr/>
          <p:nvPr/>
        </p:nvSpPr>
        <p:spPr>
          <a:xfrm>
            <a:off x="500634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9" name="s07-moe-checkpoint-6:2:318:rect"/>
          <p:cNvSpPr/>
          <p:nvPr/>
        </p:nvSpPr>
        <p:spPr>
          <a:xfrm>
            <a:off x="509320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0" name="s07-moe-checkpoint-6:2:319:rect"/>
          <p:cNvSpPr/>
          <p:nvPr/>
        </p:nvSpPr>
        <p:spPr>
          <a:xfrm>
            <a:off x="518007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1" name="s07-moe-checkpoint-6:2:320:rect"/>
          <p:cNvSpPr/>
          <p:nvPr/>
        </p:nvSpPr>
        <p:spPr>
          <a:xfrm>
            <a:off x="526694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2" name="s07-moe-checkpoint-6:2:321:rect"/>
          <p:cNvSpPr/>
          <p:nvPr/>
        </p:nvSpPr>
        <p:spPr>
          <a:xfrm>
            <a:off x="535381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3" name="s07-moe-checkpoint-6:2:322:rect"/>
          <p:cNvSpPr/>
          <p:nvPr/>
        </p:nvSpPr>
        <p:spPr>
          <a:xfrm>
            <a:off x="544068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4" name="s07-moe-checkpoint-6:2:323:rect"/>
          <p:cNvSpPr/>
          <p:nvPr/>
        </p:nvSpPr>
        <p:spPr>
          <a:xfrm>
            <a:off x="552754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5" name="s07-moe-checkpoint-6:2:324:rect"/>
          <p:cNvSpPr/>
          <p:nvPr/>
        </p:nvSpPr>
        <p:spPr>
          <a:xfrm>
            <a:off x="561441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6" name="s07-moe-checkpoint-6:2:325:rect"/>
          <p:cNvSpPr/>
          <p:nvPr/>
        </p:nvSpPr>
        <p:spPr>
          <a:xfrm>
            <a:off x="570128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7" name="s07-moe-checkpoint-6:2:326:rect"/>
          <p:cNvSpPr/>
          <p:nvPr/>
        </p:nvSpPr>
        <p:spPr>
          <a:xfrm>
            <a:off x="578815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8" name="s07-moe-checkpoint-6:2:327:rect"/>
          <p:cNvSpPr/>
          <p:nvPr/>
        </p:nvSpPr>
        <p:spPr>
          <a:xfrm>
            <a:off x="587502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9" name="s07-moe-checkpoint-6:2:328:rect"/>
          <p:cNvSpPr/>
          <p:nvPr/>
        </p:nvSpPr>
        <p:spPr>
          <a:xfrm>
            <a:off x="596188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0" name="s07-moe-checkpoint-6:2:329:rect"/>
          <p:cNvSpPr/>
          <p:nvPr/>
        </p:nvSpPr>
        <p:spPr>
          <a:xfrm>
            <a:off x="604875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1" name="s07-moe-checkpoint-6:2:330:rect"/>
          <p:cNvSpPr/>
          <p:nvPr/>
        </p:nvSpPr>
        <p:spPr>
          <a:xfrm>
            <a:off x="613562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2" name="s07-moe-checkpoint-6:2:331:rect"/>
          <p:cNvSpPr/>
          <p:nvPr/>
        </p:nvSpPr>
        <p:spPr>
          <a:xfrm>
            <a:off x="622249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3" name="s07-moe-checkpoint-6:2:332:rect"/>
          <p:cNvSpPr/>
          <p:nvPr/>
        </p:nvSpPr>
        <p:spPr>
          <a:xfrm>
            <a:off x="630936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4" name="s07-moe-checkpoint-6:2:333:rect"/>
          <p:cNvSpPr/>
          <p:nvPr/>
        </p:nvSpPr>
        <p:spPr>
          <a:xfrm>
            <a:off x="639622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5" name="s07-moe-checkpoint-6:2:334:rect"/>
          <p:cNvSpPr/>
          <p:nvPr/>
        </p:nvSpPr>
        <p:spPr>
          <a:xfrm>
            <a:off x="648309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6" name="s07-moe-checkpoint-6:2:335:rect"/>
          <p:cNvSpPr/>
          <p:nvPr/>
        </p:nvSpPr>
        <p:spPr>
          <a:xfrm>
            <a:off x="656996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7" name="s07-moe-checkpoint-6:2:336:rect"/>
          <p:cNvSpPr/>
          <p:nvPr/>
        </p:nvSpPr>
        <p:spPr>
          <a:xfrm>
            <a:off x="457200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8" name="s07-moe-checkpoint-6:2:337:rect"/>
          <p:cNvSpPr/>
          <p:nvPr/>
        </p:nvSpPr>
        <p:spPr>
          <a:xfrm>
            <a:off x="465886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9" name="s07-moe-checkpoint-6:2:338:rect"/>
          <p:cNvSpPr/>
          <p:nvPr/>
        </p:nvSpPr>
        <p:spPr>
          <a:xfrm>
            <a:off x="474573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0" name="s07-moe-checkpoint-6:2:339:rect"/>
          <p:cNvSpPr/>
          <p:nvPr/>
        </p:nvSpPr>
        <p:spPr>
          <a:xfrm>
            <a:off x="483260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1" name="s07-moe-checkpoint-6:2:340:rect"/>
          <p:cNvSpPr/>
          <p:nvPr/>
        </p:nvSpPr>
        <p:spPr>
          <a:xfrm>
            <a:off x="491947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2" name="s07-moe-checkpoint-6:2:341:rect"/>
          <p:cNvSpPr/>
          <p:nvPr/>
        </p:nvSpPr>
        <p:spPr>
          <a:xfrm>
            <a:off x="500634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3" name="s07-moe-checkpoint-6:2:342:rect"/>
          <p:cNvSpPr/>
          <p:nvPr/>
        </p:nvSpPr>
        <p:spPr>
          <a:xfrm>
            <a:off x="509320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4" name="s07-moe-checkpoint-6:2:343:rect"/>
          <p:cNvSpPr/>
          <p:nvPr/>
        </p:nvSpPr>
        <p:spPr>
          <a:xfrm>
            <a:off x="518007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5" name="s07-moe-checkpoint-6:2:344:rect"/>
          <p:cNvSpPr/>
          <p:nvPr/>
        </p:nvSpPr>
        <p:spPr>
          <a:xfrm>
            <a:off x="526694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6" name="s07-moe-checkpoint-6:2:345:rect"/>
          <p:cNvSpPr/>
          <p:nvPr/>
        </p:nvSpPr>
        <p:spPr>
          <a:xfrm>
            <a:off x="535381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7" name="s07-moe-checkpoint-6:2:346:rect"/>
          <p:cNvSpPr/>
          <p:nvPr/>
        </p:nvSpPr>
        <p:spPr>
          <a:xfrm>
            <a:off x="544068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8" name="s07-moe-checkpoint-6:2:347:rect"/>
          <p:cNvSpPr/>
          <p:nvPr/>
        </p:nvSpPr>
        <p:spPr>
          <a:xfrm>
            <a:off x="552754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9" name="s07-moe-checkpoint-6:2:348:rect"/>
          <p:cNvSpPr/>
          <p:nvPr/>
        </p:nvSpPr>
        <p:spPr>
          <a:xfrm>
            <a:off x="561441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0" name="s07-moe-checkpoint-6:2:349:rect"/>
          <p:cNvSpPr/>
          <p:nvPr/>
        </p:nvSpPr>
        <p:spPr>
          <a:xfrm>
            <a:off x="570128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1" name="s07-moe-checkpoint-6:2:350:rect"/>
          <p:cNvSpPr/>
          <p:nvPr/>
        </p:nvSpPr>
        <p:spPr>
          <a:xfrm>
            <a:off x="578815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2" name="s07-moe-checkpoint-6:2:351:rect"/>
          <p:cNvSpPr/>
          <p:nvPr/>
        </p:nvSpPr>
        <p:spPr>
          <a:xfrm>
            <a:off x="587502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3" name="s07-moe-checkpoint-6:2:352:rect"/>
          <p:cNvSpPr/>
          <p:nvPr/>
        </p:nvSpPr>
        <p:spPr>
          <a:xfrm>
            <a:off x="596188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4" name="s07-moe-checkpoint-6:2:353:rect"/>
          <p:cNvSpPr/>
          <p:nvPr/>
        </p:nvSpPr>
        <p:spPr>
          <a:xfrm>
            <a:off x="604875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5" name="s07-moe-checkpoint-6:2:354:rect"/>
          <p:cNvSpPr/>
          <p:nvPr/>
        </p:nvSpPr>
        <p:spPr>
          <a:xfrm>
            <a:off x="613562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6" name="s07-moe-checkpoint-6:2:355:rect"/>
          <p:cNvSpPr/>
          <p:nvPr/>
        </p:nvSpPr>
        <p:spPr>
          <a:xfrm>
            <a:off x="622249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7" name="s07-moe-checkpoint-6:2:356:rect"/>
          <p:cNvSpPr/>
          <p:nvPr/>
        </p:nvSpPr>
        <p:spPr>
          <a:xfrm>
            <a:off x="630936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8" name="s07-moe-checkpoint-6:2:357:rect"/>
          <p:cNvSpPr/>
          <p:nvPr/>
        </p:nvSpPr>
        <p:spPr>
          <a:xfrm>
            <a:off x="639622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9" name="s07-moe-checkpoint-6:2:358:rect"/>
          <p:cNvSpPr/>
          <p:nvPr/>
        </p:nvSpPr>
        <p:spPr>
          <a:xfrm>
            <a:off x="648309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0" name="s07-moe-checkpoint-6:2:359:rect"/>
          <p:cNvSpPr/>
          <p:nvPr/>
        </p:nvSpPr>
        <p:spPr>
          <a:xfrm>
            <a:off x="656996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1" name="s07-moe-checkpoint-6:2:360:rect"/>
          <p:cNvSpPr/>
          <p:nvPr/>
        </p:nvSpPr>
        <p:spPr>
          <a:xfrm>
            <a:off x="457200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2" name="s07-moe-checkpoint-6:2:361:rect"/>
          <p:cNvSpPr/>
          <p:nvPr/>
        </p:nvSpPr>
        <p:spPr>
          <a:xfrm>
            <a:off x="465886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3" name="s07-moe-checkpoint-6:2:362:rect"/>
          <p:cNvSpPr/>
          <p:nvPr/>
        </p:nvSpPr>
        <p:spPr>
          <a:xfrm>
            <a:off x="474573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4" name="s07-moe-checkpoint-6:2:363:rect"/>
          <p:cNvSpPr/>
          <p:nvPr/>
        </p:nvSpPr>
        <p:spPr>
          <a:xfrm>
            <a:off x="483260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5" name="s07-moe-checkpoint-6:2:364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6" name="s07-moe-checkpoint-6:2:365:rect"/>
          <p:cNvSpPr/>
          <p:nvPr/>
        </p:nvSpPr>
        <p:spPr>
          <a:xfrm>
            <a:off x="500634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7" name="s07-moe-checkpoint-6:2:366:rect"/>
          <p:cNvSpPr/>
          <p:nvPr/>
        </p:nvSpPr>
        <p:spPr>
          <a:xfrm>
            <a:off x="509320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8" name="s07-moe-checkpoint-6:2:367:rect"/>
          <p:cNvSpPr/>
          <p:nvPr/>
        </p:nvSpPr>
        <p:spPr>
          <a:xfrm>
            <a:off x="518007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9" name="s07-moe-checkpoint-6:2:368:rect"/>
          <p:cNvSpPr/>
          <p:nvPr/>
        </p:nvSpPr>
        <p:spPr>
          <a:xfrm>
            <a:off x="526694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0" name="s07-moe-checkpoint-6:2:369:rect"/>
          <p:cNvSpPr/>
          <p:nvPr/>
        </p:nvSpPr>
        <p:spPr>
          <a:xfrm>
            <a:off x="535381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1" name="s07-moe-checkpoint-6:2:370:rect"/>
          <p:cNvSpPr/>
          <p:nvPr/>
        </p:nvSpPr>
        <p:spPr>
          <a:xfrm>
            <a:off x="544068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2" name="s07-moe-checkpoint-6:2:371:rect"/>
          <p:cNvSpPr/>
          <p:nvPr/>
        </p:nvSpPr>
        <p:spPr>
          <a:xfrm>
            <a:off x="552754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3" name="s07-moe-checkpoint-6:2:372:rect"/>
          <p:cNvSpPr/>
          <p:nvPr/>
        </p:nvSpPr>
        <p:spPr>
          <a:xfrm>
            <a:off x="561441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4" name="s07-moe-checkpoint-6:2:373:rect"/>
          <p:cNvSpPr/>
          <p:nvPr/>
        </p:nvSpPr>
        <p:spPr>
          <a:xfrm>
            <a:off x="570128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5" name="s07-moe-checkpoint-6:2:374:rect"/>
          <p:cNvSpPr/>
          <p:nvPr/>
        </p:nvSpPr>
        <p:spPr>
          <a:xfrm>
            <a:off x="578815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6" name="s07-moe-checkpoint-6:2:375:rect"/>
          <p:cNvSpPr/>
          <p:nvPr/>
        </p:nvSpPr>
        <p:spPr>
          <a:xfrm>
            <a:off x="587502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7" name="s07-moe-checkpoint-6:2:376:rect"/>
          <p:cNvSpPr/>
          <p:nvPr/>
        </p:nvSpPr>
        <p:spPr>
          <a:xfrm>
            <a:off x="596188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8" name="s07-moe-checkpoint-6:2:377:rect"/>
          <p:cNvSpPr/>
          <p:nvPr/>
        </p:nvSpPr>
        <p:spPr>
          <a:xfrm>
            <a:off x="604875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9" name="s07-moe-checkpoint-6:2:378:rect"/>
          <p:cNvSpPr/>
          <p:nvPr/>
        </p:nvSpPr>
        <p:spPr>
          <a:xfrm>
            <a:off x="613562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0" name="s07-moe-checkpoint-6:2:379:rect"/>
          <p:cNvSpPr/>
          <p:nvPr/>
        </p:nvSpPr>
        <p:spPr>
          <a:xfrm>
            <a:off x="622249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1" name="s07-moe-checkpoint-6:2:380:rect"/>
          <p:cNvSpPr/>
          <p:nvPr/>
        </p:nvSpPr>
        <p:spPr>
          <a:xfrm>
            <a:off x="630936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2" name="s07-moe-checkpoint-6:2:381:rect"/>
          <p:cNvSpPr/>
          <p:nvPr/>
        </p:nvSpPr>
        <p:spPr>
          <a:xfrm>
            <a:off x="639622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3" name="s07-moe-checkpoint-6:2:382:rect"/>
          <p:cNvSpPr/>
          <p:nvPr/>
        </p:nvSpPr>
        <p:spPr>
          <a:xfrm>
            <a:off x="648309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4" name="s07-moe-checkpoint-6:2:383:rect"/>
          <p:cNvSpPr/>
          <p:nvPr/>
        </p:nvSpPr>
        <p:spPr>
          <a:xfrm>
            <a:off x="656996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5" name="s07-moe-checkpoint-6:2:384:rect"/>
          <p:cNvSpPr/>
          <p:nvPr/>
        </p:nvSpPr>
        <p:spPr>
          <a:xfrm>
            <a:off x="457200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6" name="s07-moe-checkpoint-6:2:385:rect"/>
          <p:cNvSpPr/>
          <p:nvPr/>
        </p:nvSpPr>
        <p:spPr>
          <a:xfrm>
            <a:off x="465886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7" name="s07-moe-checkpoint-6:2:386:rect"/>
          <p:cNvSpPr/>
          <p:nvPr/>
        </p:nvSpPr>
        <p:spPr>
          <a:xfrm>
            <a:off x="474573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8" name="s07-moe-checkpoint-6:2:387:rect"/>
          <p:cNvSpPr/>
          <p:nvPr/>
        </p:nvSpPr>
        <p:spPr>
          <a:xfrm>
            <a:off x="483260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9" name="s07-moe-checkpoint-6:2:388:rect"/>
          <p:cNvSpPr/>
          <p:nvPr/>
        </p:nvSpPr>
        <p:spPr>
          <a:xfrm>
            <a:off x="491947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0" name="s07-moe-checkpoint-6:2:389:rect"/>
          <p:cNvSpPr/>
          <p:nvPr/>
        </p:nvSpPr>
        <p:spPr>
          <a:xfrm>
            <a:off x="500634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1" name="s07-moe-checkpoint-6:2:390:rect"/>
          <p:cNvSpPr/>
          <p:nvPr/>
        </p:nvSpPr>
        <p:spPr>
          <a:xfrm>
            <a:off x="509320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2" name="s07-moe-checkpoint-6:2:391:rect"/>
          <p:cNvSpPr/>
          <p:nvPr/>
        </p:nvSpPr>
        <p:spPr>
          <a:xfrm>
            <a:off x="518007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3" name="s07-moe-checkpoint-6:2:392:rect"/>
          <p:cNvSpPr/>
          <p:nvPr/>
        </p:nvSpPr>
        <p:spPr>
          <a:xfrm>
            <a:off x="526694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4" name="s07-moe-checkpoint-6:2:393:rect"/>
          <p:cNvSpPr/>
          <p:nvPr/>
        </p:nvSpPr>
        <p:spPr>
          <a:xfrm>
            <a:off x="535381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5" name="s07-moe-checkpoint-6:2:394:rect"/>
          <p:cNvSpPr/>
          <p:nvPr/>
        </p:nvSpPr>
        <p:spPr>
          <a:xfrm>
            <a:off x="544068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6" name="s07-moe-checkpoint-6:2:395:rect"/>
          <p:cNvSpPr/>
          <p:nvPr/>
        </p:nvSpPr>
        <p:spPr>
          <a:xfrm>
            <a:off x="552754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7" name="s07-moe-checkpoint-6:2:396:rect"/>
          <p:cNvSpPr/>
          <p:nvPr/>
        </p:nvSpPr>
        <p:spPr>
          <a:xfrm>
            <a:off x="561441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8" name="s07-moe-checkpoint-6:2:397:rect"/>
          <p:cNvSpPr/>
          <p:nvPr/>
        </p:nvSpPr>
        <p:spPr>
          <a:xfrm>
            <a:off x="570128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9" name="s07-moe-checkpoint-6:2:398:rect"/>
          <p:cNvSpPr/>
          <p:nvPr/>
        </p:nvSpPr>
        <p:spPr>
          <a:xfrm>
            <a:off x="578815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0" name="s07-moe-checkpoint-6:2:399:rect"/>
          <p:cNvSpPr/>
          <p:nvPr/>
        </p:nvSpPr>
        <p:spPr>
          <a:xfrm>
            <a:off x="587502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1" name="s07-moe-checkpoint-6:2:400:rect"/>
          <p:cNvSpPr/>
          <p:nvPr/>
        </p:nvSpPr>
        <p:spPr>
          <a:xfrm>
            <a:off x="596188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2" name="s07-moe-checkpoint-6:2:401:rect"/>
          <p:cNvSpPr/>
          <p:nvPr/>
        </p:nvSpPr>
        <p:spPr>
          <a:xfrm>
            <a:off x="604875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3" name="s07-moe-checkpoint-6:2:402:rect"/>
          <p:cNvSpPr/>
          <p:nvPr/>
        </p:nvSpPr>
        <p:spPr>
          <a:xfrm>
            <a:off x="613562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4" name="s07-moe-checkpoint-6:2:403:rect"/>
          <p:cNvSpPr/>
          <p:nvPr/>
        </p:nvSpPr>
        <p:spPr>
          <a:xfrm>
            <a:off x="622249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5" name="s07-moe-checkpoint-6:2:404:rect"/>
          <p:cNvSpPr/>
          <p:nvPr/>
        </p:nvSpPr>
        <p:spPr>
          <a:xfrm>
            <a:off x="630936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6" name="s07-moe-checkpoint-6:2:405:rect"/>
          <p:cNvSpPr/>
          <p:nvPr/>
        </p:nvSpPr>
        <p:spPr>
          <a:xfrm>
            <a:off x="639622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7" name="s07-moe-checkpoint-6:2:406:rect"/>
          <p:cNvSpPr/>
          <p:nvPr/>
        </p:nvSpPr>
        <p:spPr>
          <a:xfrm>
            <a:off x="648309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8" name="s07-moe-checkpoint-6:2:407:rect"/>
          <p:cNvSpPr/>
          <p:nvPr/>
        </p:nvSpPr>
        <p:spPr>
          <a:xfrm>
            <a:off x="656996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9" name="s07-moe-checkpoint-6:2:408:text"/>
          <p:cNvSpPr/>
          <p:nvPr/>
        </p:nvSpPr>
        <p:spPr>
          <a:xfrm>
            <a:off x="457200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 Routed Experts · 评分示意</a:t>
            </a:r>
            <a:endParaRPr lang="en-US" sz="1350" dirty="0"/>
          </a:p>
        </p:txBody>
      </p:sp>
      <p:sp>
        <p:nvSpPr>
          <p:cNvPr id="410" name="s07-moe-checkpoint-6:2:409:text"/>
          <p:cNvSpPr/>
          <p:nvPr/>
        </p:nvSpPr>
        <p:spPr>
          <a:xfrm>
            <a:off x="7315200" y="2423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 · 0.91 · …</a:t>
            </a:r>
            <a:endParaRPr lang="en-US" sz="1300" dirty="0"/>
          </a:p>
        </p:txBody>
      </p:sp>
      <p:sp>
        <p:nvSpPr>
          <p:cNvPr id="411" name="s07-moe-checkpoint-6:3:410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2" name="s07-moe-checkpoint-6:3:411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3" name="s07-moe-checkpoint-6:3:4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4" name="s07-moe-checkpoint-6:3:413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5" name="s07-moe-checkpoint-6:3:414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6" name="s07-moe-checkpoint-6:3:415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7" name="s07-moe-checkpoint-6:3:416:text"/>
          <p:cNvSpPr/>
          <p:nvPr/>
        </p:nvSpPr>
        <p:spPr>
          <a:xfrm>
            <a:off x="7543800" y="2990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Top-6</a:t>
            </a:r>
            <a:endParaRPr lang="en-US" sz="2200" dirty="0"/>
          </a:p>
        </p:txBody>
      </p:sp>
      <p:sp>
        <p:nvSpPr>
          <p:cNvPr id="418" name="s07-moe-checkpoint-6:4:417:rect"/>
          <p:cNvSpPr/>
          <p:nvPr/>
        </p:nvSpPr>
        <p:spPr>
          <a:xfrm>
            <a:off x="7360920" y="3429000"/>
            <a:ext cx="1280160" cy="54864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9" name="s07-moe-checkpoint-6:4:418:text"/>
          <p:cNvSpPr/>
          <p:nvPr/>
        </p:nvSpPr>
        <p:spPr>
          <a:xfrm>
            <a:off x="7434072" y="3474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Shared</a:t>
            </a:r>
            <a:endParaRPr lang="en-US" sz="1600" dirty="0"/>
          </a:p>
        </p:txBody>
      </p:sp>
      <p:sp>
        <p:nvSpPr>
          <p:cNvPr id="420" name="s07-moe-checkpoint-6:5:419:text"/>
          <p:cNvSpPr/>
          <p:nvPr/>
        </p:nvSpPr>
        <p:spPr>
          <a:xfrm>
            <a:off x="45720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× Expert FFN</a:t>
            </a:r>
            <a:endParaRPr lang="en-US" sz="1700" dirty="0"/>
          </a:p>
        </p:txBody>
      </p:sp>
      <p:sp>
        <p:nvSpPr>
          <p:cNvPr id="421" name="s07-moe-checkpoint-6:6:420:line"/>
          <p:cNvSpPr/>
          <p:nvPr/>
        </p:nvSpPr>
        <p:spPr>
          <a:xfrm>
            <a:off x="5760720" y="4352544"/>
            <a:ext cx="914" cy="9144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422" name="s07-moe-checkpoint-6:6:421:line"/>
          <p:cNvSpPr/>
          <p:nvPr/>
        </p:nvSpPr>
        <p:spPr>
          <a:xfrm>
            <a:off x="7955280" y="4023360"/>
            <a:ext cx="914" cy="36576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423" name="s07-moe-checkpoint-6:6:422:text"/>
          <p:cNvSpPr/>
          <p:nvPr/>
        </p:nvSpPr>
        <p:spPr>
          <a:xfrm>
            <a:off x="4572000" y="446227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αᵢ Expertᵢ(x) + Shared(x)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-matmul-checkpoint-0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从参数到 FLOPs | Visual QA · Click 0/7</a:t>
            </a:r>
            <a:endParaRPr lang="en-US" sz="1050" dirty="0"/>
          </a:p>
        </p:txBody>
      </p:sp>
      <p:sp>
        <p:nvSpPr>
          <p:cNvPr id="3" name="s12-matmul-checkpoint-0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Multiplication：一行 × 一列，生成一个数</a:t>
            </a:r>
            <a:endParaRPr lang="en-US" sz="2700" dirty="0"/>
          </a:p>
        </p:txBody>
      </p:sp>
      <p:sp>
        <p:nvSpPr>
          <p:cNvPr id="4" name="s12-matmul-checkpoint-0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2-matmul-checkpoint-0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2-matmul-checkpoint-0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2-matmul-checkpoint-0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2-matmul-checkpoint-0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2-matmul-checkpoint-0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2-matmul-checkpoint-0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</a:t>
            </a:r>
            <a:endParaRPr lang="en-US" sz="1050" dirty="0"/>
          </a:p>
        </p:txBody>
      </p:sp>
      <p:sp>
        <p:nvSpPr>
          <p:cNvPr id="11" name="s12-matmul-checkpoint-0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2-matmul-checkpoint-0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2-matmul-checkpoint-0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2-matmul-checkpoint-0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2-matmul-checkpoint-0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2-matmul-checkpoint-0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2-matmul-checkpoint-0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2-matmul-checkpoint-0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2-matmul-checkpoint-0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2-matmul-checkpoint-0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2-matmul-checkpoint-0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2-matmul-checkpoint-0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2-matmul-checkpoint-0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2-matmul-checkpoint-0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2-matmul-checkpoint-0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2-matmul-checkpoint-0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2-matmul-checkpoint-0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2-matmul-checkpoint-0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2-matmul-checkpoint-0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2-matmul-checkpoint-0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2-matmul-checkpoint-0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2-matmul-checkpoint-0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2-matmul-checkpoint-0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2-matmul-checkpoint-0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2-matmul-checkpoint-0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2-matmul-checkpoint-0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2-matmul-checkpoint-0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2-matmul-checkpoint-0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2-matmul-checkpoint-0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2-matmul-checkpoint-0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2-matmul-checkpoint-0:0:4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2" name="s12-matmul-checkpoint-0:0:4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2-matmul-checkpoint-0:0:4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2-matmul-checkpoint-0:0:43:text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每次只生成 C 中的一个元素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-matmul-checkpoint-1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从参数到 FLOPs | Visual QA · Click 1/7</a:t>
            </a:r>
            <a:endParaRPr lang="en-US" sz="1050" dirty="0"/>
          </a:p>
        </p:txBody>
      </p:sp>
      <p:sp>
        <p:nvSpPr>
          <p:cNvPr id="3" name="s12-matmul-checkpoint-1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Multiplication：一行 × 一列，生成一个数</a:t>
            </a:r>
            <a:endParaRPr lang="en-US" sz="2700" dirty="0"/>
          </a:p>
        </p:txBody>
      </p:sp>
      <p:sp>
        <p:nvSpPr>
          <p:cNvPr id="4" name="s12-matmul-checkpoint-1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2-matmul-checkpoint-1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2-matmul-checkpoint-1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2-matmul-checkpoint-1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2-matmul-checkpoint-1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2-matmul-checkpoint-1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2-matmul-checkpoint-1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</a:t>
            </a:r>
            <a:endParaRPr lang="en-US" sz="1050" dirty="0"/>
          </a:p>
        </p:txBody>
      </p:sp>
      <p:sp>
        <p:nvSpPr>
          <p:cNvPr id="11" name="s12-matmul-checkpoint-1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2-matmul-checkpoint-1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2-matmul-checkpoint-1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2-matmul-checkpoint-1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2-matmul-checkpoint-1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2-matmul-checkpoint-1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2-matmul-checkpoint-1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2-matmul-checkpoint-1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2-matmul-checkpoint-1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2-matmul-checkpoint-1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2-matmul-checkpoint-1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2-matmul-checkpoint-1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2-matmul-checkpoint-1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2-matmul-checkpoint-1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2-matmul-checkpoint-1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2-matmul-checkpoint-1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2-matmul-checkpoint-1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2-matmul-checkpoint-1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2-matmul-checkpoint-1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2-matmul-checkpoint-1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2-matmul-checkpoint-1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2-matmul-checkpoint-1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2-matmul-checkpoint-1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2-matmul-checkpoint-1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2-matmul-checkpoint-1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2-matmul-checkpoint-1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2-matmul-checkpoint-1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2-matmul-checkpoint-1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2-matmul-checkpoint-1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2-matmul-checkpoint-1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2-matmul-checkpoint-1:0:4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2" name="s12-matmul-checkpoint-1:0:4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2-matmul-checkpoint-1:0:4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2-matmul-checkpoint-1:0:43:text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每次只生成 C 中的一个元素</a:t>
            </a:r>
            <a:endParaRPr lang="en-US" sz="1800" dirty="0"/>
          </a:p>
        </p:txBody>
      </p:sp>
      <p:sp>
        <p:nvSpPr>
          <p:cNvPr id="45" name="s12-matmul-checkpoint-1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2-matmul-checkpoint-1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2-matmul-checkpoint-1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2-matmul-checkpoint-1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2-matmul-checkpoint-1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2-matmul-checkpoint-1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2-matmul-checkpoint-1:1:50:text"/>
          <p:cNvSpPr/>
          <p:nvPr/>
        </p:nvSpPr>
        <p:spPr>
          <a:xfrm>
            <a:off x="731520" y="2999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1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-matmul-checkpoint-2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从参数到 FLOPs | Visual QA · Click 2/7</a:t>
            </a:r>
            <a:endParaRPr lang="en-US" sz="1050" dirty="0"/>
          </a:p>
        </p:txBody>
      </p:sp>
      <p:sp>
        <p:nvSpPr>
          <p:cNvPr id="3" name="s12-matmul-checkpoint-2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Multiplication：一行 × 一列，生成一个数</a:t>
            </a:r>
            <a:endParaRPr lang="en-US" sz="2700" dirty="0"/>
          </a:p>
        </p:txBody>
      </p:sp>
      <p:sp>
        <p:nvSpPr>
          <p:cNvPr id="4" name="s12-matmul-checkpoint-2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2-matmul-checkpoint-2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2-matmul-checkpoint-2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2-matmul-checkpoint-2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2-matmul-checkpoint-2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2-matmul-checkpoint-2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2-matmul-checkpoint-2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</a:t>
            </a:r>
            <a:endParaRPr lang="en-US" sz="1050" dirty="0"/>
          </a:p>
        </p:txBody>
      </p:sp>
      <p:sp>
        <p:nvSpPr>
          <p:cNvPr id="11" name="s12-matmul-checkpoint-2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2-matmul-checkpoint-2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2-matmul-checkpoint-2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2-matmul-checkpoint-2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2-matmul-checkpoint-2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2-matmul-checkpoint-2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2-matmul-checkpoint-2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2-matmul-checkpoint-2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2-matmul-checkpoint-2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2-matmul-checkpoint-2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2-matmul-checkpoint-2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2-matmul-checkpoint-2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2-matmul-checkpoint-2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2-matmul-checkpoint-2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2-matmul-checkpoint-2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2-matmul-checkpoint-2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2-matmul-checkpoint-2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2-matmul-checkpoint-2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2-matmul-checkpoint-2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2-matmul-checkpoint-2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2-matmul-checkpoint-2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2-matmul-checkpoint-2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2-matmul-checkpoint-2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2-matmul-checkpoint-2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2-matmul-checkpoint-2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2-matmul-checkpoint-2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2-matmul-checkpoint-2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2-matmul-checkpoint-2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2-matmul-checkpoint-2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2-matmul-checkpoint-2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2-matmul-checkpoint-2:0:4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2" name="s12-matmul-checkpoint-2:0:4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2-matmul-checkpoint-2:0:4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2-matmul-checkpoint-2:0:43:text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每次只生成 C 中的一个元素</a:t>
            </a:r>
            <a:endParaRPr lang="en-US" sz="1800" dirty="0"/>
          </a:p>
        </p:txBody>
      </p:sp>
      <p:sp>
        <p:nvSpPr>
          <p:cNvPr id="45" name="s12-matmul-checkpoint-2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2-matmul-checkpoint-2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2-matmul-checkpoint-2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2-matmul-checkpoint-2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2-matmul-checkpoint-2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2-matmul-checkpoint-2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2-matmul-checkpoint-2:1:50:text"/>
          <p:cNvSpPr/>
          <p:nvPr/>
        </p:nvSpPr>
        <p:spPr>
          <a:xfrm>
            <a:off x="731520" y="2999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1</a:t>
            </a:r>
            <a:endParaRPr lang="en-US" sz="1700" dirty="0"/>
          </a:p>
        </p:txBody>
      </p:sp>
      <p:sp>
        <p:nvSpPr>
          <p:cNvPr id="52" name="s12-matmul-checkpoint-2:2:51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12-matmul-checkpoint-2:2:52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4" name="s12-matmul-checkpoint-2:2:53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5" name="s12-matmul-checkpoint-2:2:54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6" name="s12-matmul-checkpoint-2:2:55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12-matmul-checkpoint-2:2:56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8" name="s12-matmul-checkpoint-2:2:57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9" name="s12-matmul-checkpoint-2:2:58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60" name="s12-matmul-checkpoint-2:2:59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12-matmul-checkpoint-2:2:60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2" name="s12-matmul-checkpoint-2:2:61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3" name="s12-matmul-checkpoint-2:2:62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4" name="s12-matmul-checkpoint-2:2:63:text"/>
          <p:cNvSpPr/>
          <p:nvPr/>
        </p:nvSpPr>
        <p:spPr>
          <a:xfrm>
            <a:off x="306324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Column 1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-matmul-checkpoint-3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从参数到 FLOPs | Visual QA · Click 3/7</a:t>
            </a:r>
            <a:endParaRPr lang="en-US" sz="1050" dirty="0"/>
          </a:p>
        </p:txBody>
      </p:sp>
      <p:sp>
        <p:nvSpPr>
          <p:cNvPr id="3" name="s12-matmul-checkpoint-3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Multiplication：一行 × 一列，生成一个数</a:t>
            </a:r>
            <a:endParaRPr lang="en-US" sz="2700" dirty="0"/>
          </a:p>
        </p:txBody>
      </p:sp>
      <p:sp>
        <p:nvSpPr>
          <p:cNvPr id="4" name="s12-matmul-checkpoint-3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2-matmul-checkpoint-3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2-matmul-checkpoint-3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2-matmul-checkpoint-3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2-matmul-checkpoint-3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2-matmul-checkpoint-3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2-matmul-checkpoint-3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</a:t>
            </a:r>
            <a:endParaRPr lang="en-US" sz="1050" dirty="0"/>
          </a:p>
        </p:txBody>
      </p:sp>
      <p:sp>
        <p:nvSpPr>
          <p:cNvPr id="11" name="s12-matmul-checkpoint-3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2-matmul-checkpoint-3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2-matmul-checkpoint-3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2-matmul-checkpoint-3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2-matmul-checkpoint-3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2-matmul-checkpoint-3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2-matmul-checkpoint-3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2-matmul-checkpoint-3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2-matmul-checkpoint-3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2-matmul-checkpoint-3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2-matmul-checkpoint-3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2-matmul-checkpoint-3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2-matmul-checkpoint-3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2-matmul-checkpoint-3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2-matmul-checkpoint-3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2-matmul-checkpoint-3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2-matmul-checkpoint-3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2-matmul-checkpoint-3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2-matmul-checkpoint-3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2-matmul-checkpoint-3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2-matmul-checkpoint-3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2-matmul-checkpoint-3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2-matmul-checkpoint-3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2-matmul-checkpoint-3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2-matmul-checkpoint-3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2-matmul-checkpoint-3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2-matmul-checkpoint-3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2-matmul-checkpoint-3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2-matmul-checkpoint-3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2-matmul-checkpoint-3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2-matmul-checkpoint-3:0:4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2" name="s12-matmul-checkpoint-3:0:4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2-matmul-checkpoint-3:0:4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2-matmul-checkpoint-3:0:43:text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每次只生成 C 中的一个元素</a:t>
            </a:r>
            <a:endParaRPr lang="en-US" sz="1800" dirty="0"/>
          </a:p>
        </p:txBody>
      </p:sp>
      <p:sp>
        <p:nvSpPr>
          <p:cNvPr id="45" name="s12-matmul-checkpoint-3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2-matmul-checkpoint-3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2-matmul-checkpoint-3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2-matmul-checkpoint-3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2-matmul-checkpoint-3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2-matmul-checkpoint-3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2-matmul-checkpoint-3:1:50:text"/>
          <p:cNvSpPr/>
          <p:nvPr/>
        </p:nvSpPr>
        <p:spPr>
          <a:xfrm>
            <a:off x="731520" y="2999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1</a:t>
            </a:r>
            <a:endParaRPr lang="en-US" sz="1700" dirty="0"/>
          </a:p>
        </p:txBody>
      </p:sp>
      <p:sp>
        <p:nvSpPr>
          <p:cNvPr id="52" name="s12-matmul-checkpoint-3:2:51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12-matmul-checkpoint-3:2:52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4" name="s12-matmul-checkpoint-3:2:53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5" name="s12-matmul-checkpoint-3:2:54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6" name="s12-matmul-checkpoint-3:2:55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12-matmul-checkpoint-3:2:56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8" name="s12-matmul-checkpoint-3:2:57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9" name="s12-matmul-checkpoint-3:2:58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60" name="s12-matmul-checkpoint-3:2:59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12-matmul-checkpoint-3:2:60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2" name="s12-matmul-checkpoint-3:2:61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3" name="s12-matmul-checkpoint-3:2:62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4" name="s12-matmul-checkpoint-3:2:63:text"/>
          <p:cNvSpPr/>
          <p:nvPr/>
        </p:nvSpPr>
        <p:spPr>
          <a:xfrm>
            <a:off x="306324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Column 1</a:t>
            </a:r>
            <a:endParaRPr lang="en-US" sz="1700" dirty="0"/>
          </a:p>
        </p:txBody>
      </p:sp>
      <p:sp>
        <p:nvSpPr>
          <p:cNvPr id="65" name="s12-matmul-checkpoint-3:3:64:text"/>
          <p:cNvSpPr/>
          <p:nvPr/>
        </p:nvSpPr>
        <p:spPr>
          <a:xfrm>
            <a:off x="640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1 = 1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-matmul-checkpoint-4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从参数到 FLOPs | Visual QA · Click 4/7</a:t>
            </a:r>
            <a:endParaRPr lang="en-US" sz="1050" dirty="0"/>
          </a:p>
        </p:txBody>
      </p:sp>
      <p:sp>
        <p:nvSpPr>
          <p:cNvPr id="3" name="s12-matmul-checkpoint-4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Multiplication：一行 × 一列，生成一个数</a:t>
            </a:r>
            <a:endParaRPr lang="en-US" sz="2700" dirty="0"/>
          </a:p>
        </p:txBody>
      </p:sp>
      <p:sp>
        <p:nvSpPr>
          <p:cNvPr id="4" name="s12-matmul-checkpoint-4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2-matmul-checkpoint-4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2-matmul-checkpoint-4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2-matmul-checkpoint-4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2-matmul-checkpoint-4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2-matmul-checkpoint-4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2-matmul-checkpoint-4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</a:t>
            </a:r>
            <a:endParaRPr lang="en-US" sz="1050" dirty="0"/>
          </a:p>
        </p:txBody>
      </p:sp>
      <p:sp>
        <p:nvSpPr>
          <p:cNvPr id="11" name="s12-matmul-checkpoint-4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2-matmul-checkpoint-4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2-matmul-checkpoint-4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2-matmul-checkpoint-4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2-matmul-checkpoint-4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2-matmul-checkpoint-4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2-matmul-checkpoint-4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2-matmul-checkpoint-4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2-matmul-checkpoint-4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2-matmul-checkpoint-4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2-matmul-checkpoint-4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2-matmul-checkpoint-4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2-matmul-checkpoint-4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2-matmul-checkpoint-4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2-matmul-checkpoint-4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2-matmul-checkpoint-4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2-matmul-checkpoint-4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2-matmul-checkpoint-4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2-matmul-checkpoint-4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2-matmul-checkpoint-4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2-matmul-checkpoint-4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2-matmul-checkpoint-4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2-matmul-checkpoint-4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2-matmul-checkpoint-4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2-matmul-checkpoint-4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2-matmul-checkpoint-4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2-matmul-checkpoint-4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2-matmul-checkpoint-4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2-matmul-checkpoint-4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2-matmul-checkpoint-4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2-matmul-checkpoint-4:0:4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2" name="s12-matmul-checkpoint-4:0:4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2-matmul-checkpoint-4:0:4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2-matmul-checkpoint-4:0:43:text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每次只生成 C 中的一个元素</a:t>
            </a:r>
            <a:endParaRPr lang="en-US" sz="1800" dirty="0"/>
          </a:p>
        </p:txBody>
      </p:sp>
      <p:sp>
        <p:nvSpPr>
          <p:cNvPr id="45" name="s12-matmul-checkpoint-4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2-matmul-checkpoint-4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2-matmul-checkpoint-4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2-matmul-checkpoint-4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2-matmul-checkpoint-4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2-matmul-checkpoint-4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2-matmul-checkpoint-4:1:50:text"/>
          <p:cNvSpPr/>
          <p:nvPr/>
        </p:nvSpPr>
        <p:spPr>
          <a:xfrm>
            <a:off x="731520" y="2999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1</a:t>
            </a:r>
            <a:endParaRPr lang="en-US" sz="1700" dirty="0"/>
          </a:p>
        </p:txBody>
      </p:sp>
      <p:sp>
        <p:nvSpPr>
          <p:cNvPr id="52" name="s12-matmul-checkpoint-4:2:51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12-matmul-checkpoint-4:2:52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4" name="s12-matmul-checkpoint-4:2:53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5" name="s12-matmul-checkpoint-4:2:54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6" name="s12-matmul-checkpoint-4:2:55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12-matmul-checkpoint-4:2:56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8" name="s12-matmul-checkpoint-4:2:57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9" name="s12-matmul-checkpoint-4:2:58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60" name="s12-matmul-checkpoint-4:2:59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12-matmul-checkpoint-4:2:60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2" name="s12-matmul-checkpoint-4:2:61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3" name="s12-matmul-checkpoint-4:2:62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4" name="s12-matmul-checkpoint-4:2:63:text"/>
          <p:cNvSpPr/>
          <p:nvPr/>
        </p:nvSpPr>
        <p:spPr>
          <a:xfrm>
            <a:off x="306324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Column 1</a:t>
            </a:r>
            <a:endParaRPr lang="en-US" sz="1700" dirty="0"/>
          </a:p>
        </p:txBody>
      </p:sp>
      <p:sp>
        <p:nvSpPr>
          <p:cNvPr id="65" name="s12-matmul-checkpoint-4:3:64:text"/>
          <p:cNvSpPr/>
          <p:nvPr/>
        </p:nvSpPr>
        <p:spPr>
          <a:xfrm>
            <a:off x="640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1 = 1</a:t>
            </a:r>
            <a:endParaRPr lang="en-US" sz="2300" dirty="0"/>
          </a:p>
        </p:txBody>
      </p:sp>
      <p:sp>
        <p:nvSpPr>
          <p:cNvPr id="66" name="s12-matmul-checkpoint-4:4:65:text"/>
          <p:cNvSpPr/>
          <p:nvPr/>
        </p:nvSpPr>
        <p:spPr>
          <a:xfrm>
            <a:off x="2926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× 3 = 6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-matmul-checkpoint-5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从参数到 FLOPs | Visual QA · Click 5/7</a:t>
            </a:r>
            <a:endParaRPr lang="en-US" sz="1050" dirty="0"/>
          </a:p>
        </p:txBody>
      </p:sp>
      <p:sp>
        <p:nvSpPr>
          <p:cNvPr id="3" name="s12-matmul-checkpoint-5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Multiplication：一行 × 一列，生成一个数</a:t>
            </a:r>
            <a:endParaRPr lang="en-US" sz="2700" dirty="0"/>
          </a:p>
        </p:txBody>
      </p:sp>
      <p:sp>
        <p:nvSpPr>
          <p:cNvPr id="4" name="s12-matmul-checkpoint-5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2-matmul-checkpoint-5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2-matmul-checkpoint-5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2-matmul-checkpoint-5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2-matmul-checkpoint-5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2-matmul-checkpoint-5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2-matmul-checkpoint-5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</a:t>
            </a:r>
            <a:endParaRPr lang="en-US" sz="1050" dirty="0"/>
          </a:p>
        </p:txBody>
      </p:sp>
      <p:sp>
        <p:nvSpPr>
          <p:cNvPr id="11" name="s12-matmul-checkpoint-5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2-matmul-checkpoint-5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2-matmul-checkpoint-5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2-matmul-checkpoint-5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2-matmul-checkpoint-5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2-matmul-checkpoint-5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2-matmul-checkpoint-5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2-matmul-checkpoint-5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2-matmul-checkpoint-5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2-matmul-checkpoint-5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2-matmul-checkpoint-5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2-matmul-checkpoint-5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2-matmul-checkpoint-5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2-matmul-checkpoint-5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2-matmul-checkpoint-5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2-matmul-checkpoint-5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2-matmul-checkpoint-5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2-matmul-checkpoint-5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2-matmul-checkpoint-5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2-matmul-checkpoint-5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2-matmul-checkpoint-5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2-matmul-checkpoint-5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2-matmul-checkpoint-5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2-matmul-checkpoint-5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2-matmul-checkpoint-5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2-matmul-checkpoint-5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2-matmul-checkpoint-5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2-matmul-checkpoint-5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2-matmul-checkpoint-5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2-matmul-checkpoint-5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2-matmul-checkpoint-5:0:4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2" name="s12-matmul-checkpoint-5:0:4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2-matmul-checkpoint-5:0:4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2-matmul-checkpoint-5:0:43:text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每次只生成 C 中的一个元素</a:t>
            </a:r>
            <a:endParaRPr lang="en-US" sz="1800" dirty="0"/>
          </a:p>
        </p:txBody>
      </p:sp>
      <p:sp>
        <p:nvSpPr>
          <p:cNvPr id="45" name="s12-matmul-checkpoint-5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2-matmul-checkpoint-5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2-matmul-checkpoint-5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2-matmul-checkpoint-5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2-matmul-checkpoint-5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2-matmul-checkpoint-5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2-matmul-checkpoint-5:1:50:text"/>
          <p:cNvSpPr/>
          <p:nvPr/>
        </p:nvSpPr>
        <p:spPr>
          <a:xfrm>
            <a:off x="731520" y="2999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1</a:t>
            </a:r>
            <a:endParaRPr lang="en-US" sz="1700" dirty="0"/>
          </a:p>
        </p:txBody>
      </p:sp>
      <p:sp>
        <p:nvSpPr>
          <p:cNvPr id="52" name="s12-matmul-checkpoint-5:2:51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12-matmul-checkpoint-5:2:52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4" name="s12-matmul-checkpoint-5:2:53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5" name="s12-matmul-checkpoint-5:2:54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6" name="s12-matmul-checkpoint-5:2:55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12-matmul-checkpoint-5:2:56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8" name="s12-matmul-checkpoint-5:2:57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9" name="s12-matmul-checkpoint-5:2:58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60" name="s12-matmul-checkpoint-5:2:59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12-matmul-checkpoint-5:2:60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2" name="s12-matmul-checkpoint-5:2:61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3" name="s12-matmul-checkpoint-5:2:62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4" name="s12-matmul-checkpoint-5:2:63:text"/>
          <p:cNvSpPr/>
          <p:nvPr/>
        </p:nvSpPr>
        <p:spPr>
          <a:xfrm>
            <a:off x="306324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Column 1</a:t>
            </a:r>
            <a:endParaRPr lang="en-US" sz="1700" dirty="0"/>
          </a:p>
        </p:txBody>
      </p:sp>
      <p:sp>
        <p:nvSpPr>
          <p:cNvPr id="65" name="s12-matmul-checkpoint-5:3:64:text"/>
          <p:cNvSpPr/>
          <p:nvPr/>
        </p:nvSpPr>
        <p:spPr>
          <a:xfrm>
            <a:off x="640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1 = 1</a:t>
            </a:r>
            <a:endParaRPr lang="en-US" sz="2300" dirty="0"/>
          </a:p>
        </p:txBody>
      </p:sp>
      <p:sp>
        <p:nvSpPr>
          <p:cNvPr id="66" name="s12-matmul-checkpoint-5:4:65:text"/>
          <p:cNvSpPr/>
          <p:nvPr/>
        </p:nvSpPr>
        <p:spPr>
          <a:xfrm>
            <a:off x="2926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× 3 = 6</a:t>
            </a:r>
            <a:endParaRPr lang="en-US" sz="2300" dirty="0"/>
          </a:p>
        </p:txBody>
      </p:sp>
      <p:sp>
        <p:nvSpPr>
          <p:cNvPr id="67" name="s12-matmul-checkpoint-5:5:66:text"/>
          <p:cNvSpPr/>
          <p:nvPr/>
        </p:nvSpPr>
        <p:spPr>
          <a:xfrm>
            <a:off x="5212080" y="3767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× 5 = 15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-matmul-checkpoint-6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从参数到 FLOPs | Visual QA · Click 6/7</a:t>
            </a:r>
            <a:endParaRPr lang="en-US" sz="1050" dirty="0"/>
          </a:p>
        </p:txBody>
      </p:sp>
      <p:sp>
        <p:nvSpPr>
          <p:cNvPr id="3" name="s12-matmul-checkpoint-6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Multiplication：一行 × 一列，生成一个数</a:t>
            </a:r>
            <a:endParaRPr lang="en-US" sz="2700" dirty="0"/>
          </a:p>
        </p:txBody>
      </p:sp>
      <p:sp>
        <p:nvSpPr>
          <p:cNvPr id="4" name="s12-matmul-checkpoint-6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2-matmul-checkpoint-6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2-matmul-checkpoint-6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2-matmul-checkpoint-6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2-matmul-checkpoint-6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2-matmul-checkpoint-6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2-matmul-checkpoint-6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</a:t>
            </a:r>
            <a:endParaRPr lang="en-US" sz="1050" dirty="0"/>
          </a:p>
        </p:txBody>
      </p:sp>
      <p:sp>
        <p:nvSpPr>
          <p:cNvPr id="11" name="s12-matmul-checkpoint-6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2-matmul-checkpoint-6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2-matmul-checkpoint-6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2-matmul-checkpoint-6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2-matmul-checkpoint-6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2-matmul-checkpoint-6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2-matmul-checkpoint-6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2-matmul-checkpoint-6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2-matmul-checkpoint-6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2-matmul-checkpoint-6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2-matmul-checkpoint-6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2-matmul-checkpoint-6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2-matmul-checkpoint-6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2-matmul-checkpoint-6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2-matmul-checkpoint-6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2-matmul-checkpoint-6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2-matmul-checkpoint-6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2-matmul-checkpoint-6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2-matmul-checkpoint-6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2-matmul-checkpoint-6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2-matmul-checkpoint-6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2-matmul-checkpoint-6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2-matmul-checkpoint-6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2-matmul-checkpoint-6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2-matmul-checkpoint-6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2-matmul-checkpoint-6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2-matmul-checkpoint-6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2-matmul-checkpoint-6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2-matmul-checkpoint-6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2-matmul-checkpoint-6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2-matmul-checkpoint-6:0:4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2" name="s12-matmul-checkpoint-6:0:4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2-matmul-checkpoint-6:0:4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2-matmul-checkpoint-6:0:43:text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每次只生成 C 中的一个元素</a:t>
            </a:r>
            <a:endParaRPr lang="en-US" sz="1800" dirty="0"/>
          </a:p>
        </p:txBody>
      </p:sp>
      <p:sp>
        <p:nvSpPr>
          <p:cNvPr id="45" name="s12-matmul-checkpoint-6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2-matmul-checkpoint-6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2-matmul-checkpoint-6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2-matmul-checkpoint-6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2-matmul-checkpoint-6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2-matmul-checkpoint-6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2-matmul-checkpoint-6:1:50:text"/>
          <p:cNvSpPr/>
          <p:nvPr/>
        </p:nvSpPr>
        <p:spPr>
          <a:xfrm>
            <a:off x="731520" y="2999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1</a:t>
            </a:r>
            <a:endParaRPr lang="en-US" sz="1700" dirty="0"/>
          </a:p>
        </p:txBody>
      </p:sp>
      <p:sp>
        <p:nvSpPr>
          <p:cNvPr id="52" name="s12-matmul-checkpoint-6:2:51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12-matmul-checkpoint-6:2:52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4" name="s12-matmul-checkpoint-6:2:53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5" name="s12-matmul-checkpoint-6:2:54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6" name="s12-matmul-checkpoint-6:2:55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12-matmul-checkpoint-6:2:56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8" name="s12-matmul-checkpoint-6:2:57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9" name="s12-matmul-checkpoint-6:2:58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60" name="s12-matmul-checkpoint-6:2:59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12-matmul-checkpoint-6:2:60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2" name="s12-matmul-checkpoint-6:2:61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3" name="s12-matmul-checkpoint-6:2:62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4" name="s12-matmul-checkpoint-6:2:63:text"/>
          <p:cNvSpPr/>
          <p:nvPr/>
        </p:nvSpPr>
        <p:spPr>
          <a:xfrm>
            <a:off x="306324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Column 1</a:t>
            </a:r>
            <a:endParaRPr lang="en-US" sz="1700" dirty="0"/>
          </a:p>
        </p:txBody>
      </p:sp>
      <p:sp>
        <p:nvSpPr>
          <p:cNvPr id="65" name="s12-matmul-checkpoint-6:3:64:text"/>
          <p:cNvSpPr/>
          <p:nvPr/>
        </p:nvSpPr>
        <p:spPr>
          <a:xfrm>
            <a:off x="640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1 = 1</a:t>
            </a:r>
            <a:endParaRPr lang="en-US" sz="2300" dirty="0"/>
          </a:p>
        </p:txBody>
      </p:sp>
      <p:sp>
        <p:nvSpPr>
          <p:cNvPr id="66" name="s12-matmul-checkpoint-6:4:65:text"/>
          <p:cNvSpPr/>
          <p:nvPr/>
        </p:nvSpPr>
        <p:spPr>
          <a:xfrm>
            <a:off x="2926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× 3 = 6</a:t>
            </a:r>
            <a:endParaRPr lang="en-US" sz="2300" dirty="0"/>
          </a:p>
        </p:txBody>
      </p:sp>
      <p:sp>
        <p:nvSpPr>
          <p:cNvPr id="67" name="s12-matmul-checkpoint-6:5:66:text"/>
          <p:cNvSpPr/>
          <p:nvPr/>
        </p:nvSpPr>
        <p:spPr>
          <a:xfrm>
            <a:off x="5212080" y="3767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× 5 = 15</a:t>
            </a:r>
            <a:endParaRPr lang="en-US" sz="2300" dirty="0"/>
          </a:p>
        </p:txBody>
      </p:sp>
      <p:sp>
        <p:nvSpPr>
          <p:cNvPr id="68" name="s12-matmul-checkpoint-6:6:67:text"/>
          <p:cNvSpPr/>
          <p:nvPr/>
        </p:nvSpPr>
        <p:spPr>
          <a:xfrm>
            <a:off x="7086600" y="2039112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+ 6 + 15 = 22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-matmul-checkpoint-7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从参数到 FLOPs | Visual QA · Click 7/7</a:t>
            </a:r>
            <a:endParaRPr lang="en-US" sz="1050" dirty="0"/>
          </a:p>
        </p:txBody>
      </p:sp>
      <p:sp>
        <p:nvSpPr>
          <p:cNvPr id="3" name="s12-matmul-checkpoint-7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Multiplication：一行 × 一列，生成一个数</a:t>
            </a:r>
            <a:endParaRPr lang="en-US" sz="2700" dirty="0"/>
          </a:p>
        </p:txBody>
      </p:sp>
      <p:sp>
        <p:nvSpPr>
          <p:cNvPr id="4" name="s12-matmul-checkpoint-7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2-matmul-checkpoint-7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2-matmul-checkpoint-7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2-matmul-checkpoint-7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2-matmul-checkpoint-7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2-matmul-checkpoint-7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2-matmul-checkpoint-7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</a:t>
            </a:r>
            <a:endParaRPr lang="en-US" sz="1050" dirty="0"/>
          </a:p>
        </p:txBody>
      </p:sp>
      <p:sp>
        <p:nvSpPr>
          <p:cNvPr id="11" name="s12-matmul-checkpoint-7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2-matmul-checkpoint-7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2-matmul-checkpoint-7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2-matmul-checkpoint-7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2-matmul-checkpoint-7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2-matmul-checkpoint-7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2-matmul-checkpoint-7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2-matmul-checkpoint-7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2-matmul-checkpoint-7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2-matmul-checkpoint-7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2-matmul-checkpoint-7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2-matmul-checkpoint-7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2-matmul-checkpoint-7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2-matmul-checkpoint-7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2-matmul-checkpoint-7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2-matmul-checkpoint-7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2-matmul-checkpoint-7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2-matmul-checkpoint-7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2-matmul-checkpoint-7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2-matmul-checkpoint-7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2-matmul-checkpoint-7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2-matmul-checkpoint-7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2-matmul-checkpoint-7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2-matmul-checkpoint-7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2-matmul-checkpoint-7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2-matmul-checkpoint-7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2-matmul-checkpoint-7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2-matmul-checkpoint-7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2-matmul-checkpoint-7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2-matmul-checkpoint-7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2-matmul-checkpoint-7:0:4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2" name="s12-matmul-checkpoint-7:0:4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2-matmul-checkpoint-7:0:4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2-matmul-checkpoint-7:0:43:text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每次只生成 C 中的一个元素</a:t>
            </a:r>
            <a:endParaRPr lang="en-US" sz="1800" dirty="0"/>
          </a:p>
        </p:txBody>
      </p:sp>
      <p:sp>
        <p:nvSpPr>
          <p:cNvPr id="45" name="s12-matmul-checkpoint-7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2-matmul-checkpoint-7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2-matmul-checkpoint-7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2-matmul-checkpoint-7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2-matmul-checkpoint-7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2-matmul-checkpoint-7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2-matmul-checkpoint-7:1:50:text"/>
          <p:cNvSpPr/>
          <p:nvPr/>
        </p:nvSpPr>
        <p:spPr>
          <a:xfrm>
            <a:off x="731520" y="2999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1</a:t>
            </a:r>
            <a:endParaRPr lang="en-US" sz="1700" dirty="0"/>
          </a:p>
        </p:txBody>
      </p:sp>
      <p:sp>
        <p:nvSpPr>
          <p:cNvPr id="52" name="s12-matmul-checkpoint-7:2:51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12-matmul-checkpoint-7:2:52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4" name="s12-matmul-checkpoint-7:2:53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5" name="s12-matmul-checkpoint-7:2:54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6" name="s12-matmul-checkpoint-7:2:55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12-matmul-checkpoint-7:2:56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8" name="s12-matmul-checkpoint-7:2:57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9" name="s12-matmul-checkpoint-7:2:58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60" name="s12-matmul-checkpoint-7:2:59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12-matmul-checkpoint-7:2:60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2" name="s12-matmul-checkpoint-7:2:61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3" name="s12-matmul-checkpoint-7:2:62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4" name="s12-matmul-checkpoint-7:2:63:text"/>
          <p:cNvSpPr/>
          <p:nvPr/>
        </p:nvSpPr>
        <p:spPr>
          <a:xfrm>
            <a:off x="306324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Column 1</a:t>
            </a:r>
            <a:endParaRPr lang="en-US" sz="1700" dirty="0"/>
          </a:p>
        </p:txBody>
      </p:sp>
      <p:sp>
        <p:nvSpPr>
          <p:cNvPr id="65" name="s12-matmul-checkpoint-7:3:64:text"/>
          <p:cNvSpPr/>
          <p:nvPr/>
        </p:nvSpPr>
        <p:spPr>
          <a:xfrm>
            <a:off x="640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1 = 1</a:t>
            </a:r>
            <a:endParaRPr lang="en-US" sz="2300" dirty="0"/>
          </a:p>
        </p:txBody>
      </p:sp>
      <p:sp>
        <p:nvSpPr>
          <p:cNvPr id="66" name="s12-matmul-checkpoint-7:4:65:text"/>
          <p:cNvSpPr/>
          <p:nvPr/>
        </p:nvSpPr>
        <p:spPr>
          <a:xfrm>
            <a:off x="2926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× 3 = 6</a:t>
            </a:r>
            <a:endParaRPr lang="en-US" sz="2300" dirty="0"/>
          </a:p>
        </p:txBody>
      </p:sp>
      <p:sp>
        <p:nvSpPr>
          <p:cNvPr id="67" name="s12-matmul-checkpoint-7:5:66:text"/>
          <p:cNvSpPr/>
          <p:nvPr/>
        </p:nvSpPr>
        <p:spPr>
          <a:xfrm>
            <a:off x="5212080" y="3767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× 5 = 15</a:t>
            </a:r>
            <a:endParaRPr lang="en-US" sz="2300" dirty="0"/>
          </a:p>
        </p:txBody>
      </p:sp>
      <p:sp>
        <p:nvSpPr>
          <p:cNvPr id="68" name="s12-matmul-checkpoint-7:6:67:text"/>
          <p:cNvSpPr/>
          <p:nvPr/>
        </p:nvSpPr>
        <p:spPr>
          <a:xfrm>
            <a:off x="7086600" y="2039112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+ 6 + 15 = 22</a:t>
            </a:r>
            <a:endParaRPr lang="en-US" sz="2400" dirty="0"/>
          </a:p>
        </p:txBody>
      </p:sp>
      <p:sp>
        <p:nvSpPr>
          <p:cNvPr id="69" name="s12-matmul-checkpoint-7:7:68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0" name="s12-matmul-checkpoint-7:7:69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71" name="s12-matmul-checkpoint-7:7:7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2" name="s12-matmul-checkpoint-7:7:7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3" name="s12-matmul-checkpoint-7:7:7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4" name="s12-matmul-checkpoint-7:7:73:line"/>
          <p:cNvSpPr/>
          <p:nvPr/>
        </p:nvSpPr>
        <p:spPr>
          <a:xfrm flipH="1" flipV="1">
            <a:off x="6400800" y="2103120"/>
            <a:ext cx="960120" cy="36576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-matmul_next-checkpoint-0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矩阵乘法与计数 | Visual QA · Click 0/4</a:t>
            </a:r>
            <a:endParaRPr lang="en-US" sz="1050" dirty="0"/>
          </a:p>
        </p:txBody>
      </p:sp>
      <p:sp>
        <p:nvSpPr>
          <p:cNvPr id="3" name="s13-matmul_next-checkpoint-0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换一列，得到下一个输出；重复同样的规则</a:t>
            </a:r>
            <a:endParaRPr lang="en-US" sz="2700" dirty="0"/>
          </a:p>
        </p:txBody>
      </p:sp>
      <p:sp>
        <p:nvSpPr>
          <p:cNvPr id="4" name="s13-matmul_next-checkpoint-0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3-matmul_next-checkpoint-0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3-matmul_next-checkpoint-0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3-matmul_next-checkpoint-0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3-matmul_next-checkpoint-0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3-matmul_next-checkpoint-0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3-matmul_next-checkpoint-0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22</a:t>
            </a:r>
            <a:endParaRPr lang="en-US" sz="1050" dirty="0"/>
          </a:p>
        </p:txBody>
      </p:sp>
      <p:sp>
        <p:nvSpPr>
          <p:cNvPr id="11" name="s13-matmul_next-checkpoint-0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3-matmul_next-checkpoint-0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3-matmul_next-checkpoint-0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3-matmul_next-checkpoint-0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3-matmul_next-checkpoint-0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3-matmul_next-checkpoint-0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3-matmul_next-checkpoint-0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3-matmul_next-checkpoint-0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3-matmul_next-checkpoint-0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3-matmul_next-checkpoint-0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3-matmul_next-checkpoint-0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3-matmul_next-checkpoint-0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3-matmul_next-checkpoint-0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3-matmul_next-checkpoint-0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3-matmul_next-checkpoint-0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3-matmul_next-checkpoint-0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3-matmul_next-checkpoint-0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3-matmul_next-checkpoint-0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3-matmul_next-checkpoint-0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3-matmul_next-checkpoint-0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3-matmul_next-checkpoint-0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3-matmul_next-checkpoint-0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3-matmul_next-checkpoint-0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3-matmul_next-checkpoint-0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3-matmul_next-checkpoint-0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3-matmul_next-checkpoint-0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3-matmul_next-checkpoint-0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3-matmul_next-checkpoint-0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3-matmul_next-checkpoint-0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3-matmul_next-checkpoint-0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3-matmul_next-checkpoint-0:0:40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42" name="s13-matmul_next-checkpoint-0:0:41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3-matmul_next-checkpoint-0:0:42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3-matmul_next-checkpoint-0:0:43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-matmul_next-checkpoint-1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矩阵乘法与计数 | Visual QA · Click 1/4</a:t>
            </a:r>
            <a:endParaRPr lang="en-US" sz="1050" dirty="0"/>
          </a:p>
        </p:txBody>
      </p:sp>
      <p:sp>
        <p:nvSpPr>
          <p:cNvPr id="3" name="s13-matmul_next-checkpoint-1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换一列，得到下一个输出；重复同样的规则</a:t>
            </a:r>
            <a:endParaRPr lang="en-US" sz="2700" dirty="0"/>
          </a:p>
        </p:txBody>
      </p:sp>
      <p:sp>
        <p:nvSpPr>
          <p:cNvPr id="4" name="s13-matmul_next-checkpoint-1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3-matmul_next-checkpoint-1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3-matmul_next-checkpoint-1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3-matmul_next-checkpoint-1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3-matmul_next-checkpoint-1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3-matmul_next-checkpoint-1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3-matmul_next-checkpoint-1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22</a:t>
            </a:r>
            <a:endParaRPr lang="en-US" sz="1050" dirty="0"/>
          </a:p>
        </p:txBody>
      </p:sp>
      <p:sp>
        <p:nvSpPr>
          <p:cNvPr id="11" name="s13-matmul_next-checkpoint-1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3-matmul_next-checkpoint-1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3-matmul_next-checkpoint-1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3-matmul_next-checkpoint-1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3-matmul_next-checkpoint-1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3-matmul_next-checkpoint-1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3-matmul_next-checkpoint-1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3-matmul_next-checkpoint-1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3-matmul_next-checkpoint-1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3-matmul_next-checkpoint-1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3-matmul_next-checkpoint-1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3-matmul_next-checkpoint-1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3-matmul_next-checkpoint-1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3-matmul_next-checkpoint-1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3-matmul_next-checkpoint-1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3-matmul_next-checkpoint-1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3-matmul_next-checkpoint-1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3-matmul_next-checkpoint-1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3-matmul_next-checkpoint-1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3-matmul_next-checkpoint-1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3-matmul_next-checkpoint-1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3-matmul_next-checkpoint-1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3-matmul_next-checkpoint-1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3-matmul_next-checkpoint-1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3-matmul_next-checkpoint-1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3-matmul_next-checkpoint-1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3-matmul_next-checkpoint-1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3-matmul_next-checkpoint-1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3-matmul_next-checkpoint-1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3-matmul_next-checkpoint-1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3-matmul_next-checkpoint-1:0:40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42" name="s13-matmul_next-checkpoint-1:0:41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3-matmul_next-checkpoint-1:0:42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3-matmul_next-checkpoint-1:0:43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5" name="s13-matmul_next-checkpoint-1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3-matmul_next-checkpoint-1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3-matmul_next-checkpoint-1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3-matmul_next-checkpoint-1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3-matmul_next-checkpoint-1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3-matmul_next-checkpoint-1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3-matmul_next-checkpoint-1:1:50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2" name="s13-matmul_next-checkpoint-1:1:51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3" name="s13-matmul_next-checkpoint-1:1:52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13-matmul_next-checkpoint-1:1:53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5" name="s13-matmul_next-checkpoint-1:1:54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6" name="s13-matmul_next-checkpoint-1:1:55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7" name="s13-matmul_next-checkpoint-1:1:56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13-matmul_next-checkpoint-1:1:57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59" name="s13-matmul_next-checkpoint-1:1:58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0" name="s13-matmul_next-checkpoint-1:1:59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1" name="s13-matmul_next-checkpoint-1:1:60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13-matmul_next-checkpoint-1:1:61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-matmul_next-checkpoint-2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矩阵乘法与计数 | Visual QA · Click 2/4</a:t>
            </a:r>
            <a:endParaRPr lang="en-US" sz="1050" dirty="0"/>
          </a:p>
        </p:txBody>
      </p:sp>
      <p:sp>
        <p:nvSpPr>
          <p:cNvPr id="3" name="s13-matmul_next-checkpoint-2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换一列，得到下一个输出；重复同样的规则</a:t>
            </a:r>
            <a:endParaRPr lang="en-US" sz="2700" dirty="0"/>
          </a:p>
        </p:txBody>
      </p:sp>
      <p:sp>
        <p:nvSpPr>
          <p:cNvPr id="4" name="s13-matmul_next-checkpoint-2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3-matmul_next-checkpoint-2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3-matmul_next-checkpoint-2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3-matmul_next-checkpoint-2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3-matmul_next-checkpoint-2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3-matmul_next-checkpoint-2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3-matmul_next-checkpoint-2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22</a:t>
            </a:r>
            <a:endParaRPr lang="en-US" sz="1050" dirty="0"/>
          </a:p>
        </p:txBody>
      </p:sp>
      <p:sp>
        <p:nvSpPr>
          <p:cNvPr id="11" name="s13-matmul_next-checkpoint-2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3-matmul_next-checkpoint-2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3-matmul_next-checkpoint-2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3-matmul_next-checkpoint-2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3-matmul_next-checkpoint-2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3-matmul_next-checkpoint-2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3-matmul_next-checkpoint-2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3-matmul_next-checkpoint-2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3-matmul_next-checkpoint-2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3-matmul_next-checkpoint-2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3-matmul_next-checkpoint-2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3-matmul_next-checkpoint-2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3-matmul_next-checkpoint-2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3-matmul_next-checkpoint-2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3-matmul_next-checkpoint-2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3-matmul_next-checkpoint-2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3-matmul_next-checkpoint-2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3-matmul_next-checkpoint-2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3-matmul_next-checkpoint-2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3-matmul_next-checkpoint-2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3-matmul_next-checkpoint-2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3-matmul_next-checkpoint-2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3-matmul_next-checkpoint-2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3-matmul_next-checkpoint-2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3-matmul_next-checkpoint-2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3-matmul_next-checkpoint-2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3-matmul_next-checkpoint-2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3-matmul_next-checkpoint-2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3-matmul_next-checkpoint-2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3-matmul_next-checkpoint-2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3-matmul_next-checkpoint-2:0:40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42" name="s13-matmul_next-checkpoint-2:0:41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3-matmul_next-checkpoint-2:0:42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3-matmul_next-checkpoint-2:0:43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5" name="s13-matmul_next-checkpoint-2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3-matmul_next-checkpoint-2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3-matmul_next-checkpoint-2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3-matmul_next-checkpoint-2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3-matmul_next-checkpoint-2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3-matmul_next-checkpoint-2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3-matmul_next-checkpoint-2:1:50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2" name="s13-matmul_next-checkpoint-2:1:51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3" name="s13-matmul_next-checkpoint-2:1:52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13-matmul_next-checkpoint-2:1:53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5" name="s13-matmul_next-checkpoint-2:1:54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6" name="s13-matmul_next-checkpoint-2:1:55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7" name="s13-matmul_next-checkpoint-2:1:56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13-matmul_next-checkpoint-2:1:57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59" name="s13-matmul_next-checkpoint-2:1:58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0" name="s13-matmul_next-checkpoint-2:1:59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1" name="s13-matmul_next-checkpoint-2:1:60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13-matmul_next-checkpoint-2:1:61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3" name="s13-matmul_next-checkpoint-2:2:62:text"/>
          <p:cNvSpPr/>
          <p:nvPr/>
        </p:nvSpPr>
        <p:spPr>
          <a:xfrm>
            <a:off x="640080" y="34564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2 + 2 × 4 + 3 × 6 = 28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-matmul_next-checkpoint-3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矩阵乘法与计数 | Visual QA · Click 3/4</a:t>
            </a:r>
            <a:endParaRPr lang="en-US" sz="1050" dirty="0"/>
          </a:p>
        </p:txBody>
      </p:sp>
      <p:sp>
        <p:nvSpPr>
          <p:cNvPr id="3" name="s13-matmul_next-checkpoint-3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换一列，得到下一个输出；重复同样的规则</a:t>
            </a:r>
            <a:endParaRPr lang="en-US" sz="2700" dirty="0"/>
          </a:p>
        </p:txBody>
      </p:sp>
      <p:sp>
        <p:nvSpPr>
          <p:cNvPr id="4" name="s13-matmul_next-checkpoint-3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3-matmul_next-checkpoint-3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3-matmul_next-checkpoint-3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3-matmul_next-checkpoint-3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3-matmul_next-checkpoint-3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3-matmul_next-checkpoint-3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3-matmul_next-checkpoint-3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22</a:t>
            </a:r>
            <a:endParaRPr lang="en-US" sz="1050" dirty="0"/>
          </a:p>
        </p:txBody>
      </p:sp>
      <p:sp>
        <p:nvSpPr>
          <p:cNvPr id="11" name="s13-matmul_next-checkpoint-3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3-matmul_next-checkpoint-3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3-matmul_next-checkpoint-3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3-matmul_next-checkpoint-3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3-matmul_next-checkpoint-3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3-matmul_next-checkpoint-3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3-matmul_next-checkpoint-3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3-matmul_next-checkpoint-3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3-matmul_next-checkpoint-3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3-matmul_next-checkpoint-3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3-matmul_next-checkpoint-3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3-matmul_next-checkpoint-3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3-matmul_next-checkpoint-3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3-matmul_next-checkpoint-3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3-matmul_next-checkpoint-3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3-matmul_next-checkpoint-3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3-matmul_next-checkpoint-3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3-matmul_next-checkpoint-3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3-matmul_next-checkpoint-3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3-matmul_next-checkpoint-3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3-matmul_next-checkpoint-3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3-matmul_next-checkpoint-3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3-matmul_next-checkpoint-3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3-matmul_next-checkpoint-3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3-matmul_next-checkpoint-3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3-matmul_next-checkpoint-3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3-matmul_next-checkpoint-3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3-matmul_next-checkpoint-3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3-matmul_next-checkpoint-3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3-matmul_next-checkpoint-3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3-matmul_next-checkpoint-3:0:40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42" name="s13-matmul_next-checkpoint-3:0:41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3-matmul_next-checkpoint-3:0:42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3-matmul_next-checkpoint-3:0:43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5" name="s13-matmul_next-checkpoint-3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3-matmul_next-checkpoint-3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3-matmul_next-checkpoint-3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3-matmul_next-checkpoint-3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3-matmul_next-checkpoint-3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3-matmul_next-checkpoint-3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3-matmul_next-checkpoint-3:1:50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2" name="s13-matmul_next-checkpoint-3:1:51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3" name="s13-matmul_next-checkpoint-3:1:52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13-matmul_next-checkpoint-3:1:53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5" name="s13-matmul_next-checkpoint-3:1:54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6" name="s13-matmul_next-checkpoint-3:1:55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7" name="s13-matmul_next-checkpoint-3:1:56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13-matmul_next-checkpoint-3:1:57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59" name="s13-matmul_next-checkpoint-3:1:58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0" name="s13-matmul_next-checkpoint-3:1:59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1" name="s13-matmul_next-checkpoint-3:1:60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13-matmul_next-checkpoint-3:1:61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3" name="s13-matmul_next-checkpoint-3:2:62:text"/>
          <p:cNvSpPr/>
          <p:nvPr/>
        </p:nvSpPr>
        <p:spPr>
          <a:xfrm>
            <a:off x="640080" y="34564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2 + 2 × 4 + 3 × 6 = 28</a:t>
            </a:r>
            <a:endParaRPr lang="en-US" sz="2600" dirty="0"/>
          </a:p>
        </p:txBody>
      </p:sp>
      <p:sp>
        <p:nvSpPr>
          <p:cNvPr id="64" name="s13-matmul_next-checkpoint-3:3:63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5" name="s13-matmul_next-checkpoint-3:3:64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66" name="s13-matmul_next-checkpoint-3:3:65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7" name="s13-matmul_next-checkpoint-3:3:66:tex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2300" dirty="0"/>
          </a:p>
        </p:txBody>
      </p:sp>
      <p:sp>
        <p:nvSpPr>
          <p:cNvPr id="68" name="s13-matmul_next-checkpoint-3:3:67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9" name="s13-matmul_next-checkpoint-3:3:68:tex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2300" dirty="0"/>
          </a:p>
        </p:txBody>
      </p:sp>
      <p:sp>
        <p:nvSpPr>
          <p:cNvPr id="70" name="s13-matmul_next-checkpoint-3:3:69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1" name="s13-matmul_next-checkpoint-3:3:70:tex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2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-matmul_next-checkpoint-4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矩阵乘法与计数 | Visual QA · Click 4/4</a:t>
            </a:r>
            <a:endParaRPr lang="en-US" sz="1050" dirty="0"/>
          </a:p>
        </p:txBody>
      </p:sp>
      <p:sp>
        <p:nvSpPr>
          <p:cNvPr id="3" name="s13-matmul_next-checkpoint-4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换一列，得到下一个输出；重复同样的规则</a:t>
            </a:r>
            <a:endParaRPr lang="en-US" sz="2700" dirty="0"/>
          </a:p>
        </p:txBody>
      </p:sp>
      <p:sp>
        <p:nvSpPr>
          <p:cNvPr id="4" name="s13-matmul_next-checkpoint-4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3-matmul_next-checkpoint-4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3-matmul_next-checkpoint-4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3-matmul_next-checkpoint-4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3-matmul_next-checkpoint-4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3-matmul_next-checkpoint-4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3-matmul_next-checkpoint-4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22</a:t>
            </a:r>
            <a:endParaRPr lang="en-US" sz="1050" dirty="0"/>
          </a:p>
        </p:txBody>
      </p:sp>
      <p:sp>
        <p:nvSpPr>
          <p:cNvPr id="11" name="s13-matmul_next-checkpoint-4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3-matmul_next-checkpoint-4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3-matmul_next-checkpoint-4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3-matmul_next-checkpoint-4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3-matmul_next-checkpoint-4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3-matmul_next-checkpoint-4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3-matmul_next-checkpoint-4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3-matmul_next-checkpoint-4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3-matmul_next-checkpoint-4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3-matmul_next-checkpoint-4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3-matmul_next-checkpoint-4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3-matmul_next-checkpoint-4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3-matmul_next-checkpoint-4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3-matmul_next-checkpoint-4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3-matmul_next-checkpoint-4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3-matmul_next-checkpoint-4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3-matmul_next-checkpoint-4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3-matmul_next-checkpoint-4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3-matmul_next-checkpoint-4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3-matmul_next-checkpoint-4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3-matmul_next-checkpoint-4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3-matmul_next-checkpoint-4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3-matmul_next-checkpoint-4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3-matmul_next-checkpoint-4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3-matmul_next-checkpoint-4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3-matmul_next-checkpoint-4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3-matmul_next-checkpoint-4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3-matmul_next-checkpoint-4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3-matmul_next-checkpoint-4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3-matmul_next-checkpoint-4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3-matmul_next-checkpoint-4:0:40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42" name="s13-matmul_next-checkpoint-4:0:41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3-matmul_next-checkpoint-4:0:42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3-matmul_next-checkpoint-4:0:43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5" name="s13-matmul_next-checkpoint-4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3-matmul_next-checkpoint-4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3-matmul_next-checkpoint-4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3-matmul_next-checkpoint-4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3-matmul_next-checkpoint-4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3-matmul_next-checkpoint-4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3-matmul_next-checkpoint-4:1:50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2" name="s13-matmul_next-checkpoint-4:1:51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3" name="s13-matmul_next-checkpoint-4:1:52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13-matmul_next-checkpoint-4:1:53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5" name="s13-matmul_next-checkpoint-4:1:54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6" name="s13-matmul_next-checkpoint-4:1:55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7" name="s13-matmul_next-checkpoint-4:1:56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13-matmul_next-checkpoint-4:1:57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59" name="s13-matmul_next-checkpoint-4:1:58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0" name="s13-matmul_next-checkpoint-4:1:59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1" name="s13-matmul_next-checkpoint-4:1:60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13-matmul_next-checkpoint-4:1:61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3" name="s13-matmul_next-checkpoint-4:2:62:text"/>
          <p:cNvSpPr/>
          <p:nvPr/>
        </p:nvSpPr>
        <p:spPr>
          <a:xfrm>
            <a:off x="640080" y="34564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2 + 2 × 4 + 3 × 6 = 28</a:t>
            </a:r>
            <a:endParaRPr lang="en-US" sz="2600" dirty="0"/>
          </a:p>
        </p:txBody>
      </p:sp>
      <p:sp>
        <p:nvSpPr>
          <p:cNvPr id="64" name="s13-matmul_next-checkpoint-4:3:63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5" name="s13-matmul_next-checkpoint-4:3:64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66" name="s13-matmul_next-checkpoint-4:3:65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7" name="s13-matmul_next-checkpoint-4:3:66:tex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2300" dirty="0"/>
          </a:p>
        </p:txBody>
      </p:sp>
      <p:sp>
        <p:nvSpPr>
          <p:cNvPr id="68" name="s13-matmul_next-checkpoint-4:3:67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9" name="s13-matmul_next-checkpoint-4:3:68:tex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2300" dirty="0"/>
          </a:p>
        </p:txBody>
      </p:sp>
      <p:sp>
        <p:nvSpPr>
          <p:cNvPr id="70" name="s13-matmul_next-checkpoint-4:3:69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1" name="s13-matmul_next-checkpoint-4:3:70:tex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2300" dirty="0"/>
          </a:p>
        </p:txBody>
      </p:sp>
      <p:sp>
        <p:nvSpPr>
          <p:cNvPr id="72" name="s13-matmul_next-checkpoint-4:4:71:text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一个输出：K 次乘法 + (K−1) 次加法</a:t>
            </a:r>
            <a:endParaRPr lang="en-US" sz="1900" dirty="0"/>
          </a:p>
        </p:txBody>
      </p:sp>
      <p:sp>
        <p:nvSpPr>
          <p:cNvPr id="73" name="s13-matmul_next-checkpoint-4:4:72:text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本例精确：4 × 5 = 20 FLOPs     常用近似：2MKN = 24 FLOPs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-lowrank-checkpoint-0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2 Query 投影 | Visual QA · Click 0/4</a:t>
            </a:r>
            <a:endParaRPr lang="en-US" sz="1050" dirty="0"/>
          </a:p>
        </p:txBody>
      </p:sp>
      <p:sp>
        <p:nvSpPr>
          <p:cNvPr id="3" name="s14-lowrank-checkpoint-0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Low-Rank Projection：先压缩，再展开</a:t>
            </a:r>
            <a:endParaRPr lang="en-US" sz="2700" dirty="0"/>
          </a:p>
        </p:txBody>
      </p:sp>
      <p:sp>
        <p:nvSpPr>
          <p:cNvPr id="4" name="s14-lowrank-checkpoint-0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4-lowrank-checkpoint-0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4-lowrank-checkpoint-0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4-lowrank-checkpoint-0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4-lowrank-checkpoint-0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4-lowrank-checkpoint-0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4-lowrank-checkpoint-0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22</a:t>
            </a:r>
            <a:endParaRPr lang="en-US" sz="1050" dirty="0"/>
          </a:p>
        </p:txBody>
      </p:sp>
      <p:sp>
        <p:nvSpPr>
          <p:cNvPr id="11" name="s14-lowrank-checkpoint-0:0:10:text"/>
          <p:cNvSpPr/>
          <p:nvPr/>
        </p:nvSpPr>
        <p:spPr>
          <a:xfrm>
            <a:off x="45720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800" dirty="0"/>
          </a:p>
        </p:txBody>
      </p:sp>
      <p:sp>
        <p:nvSpPr>
          <p:cNvPr id="12" name="s14-lowrank-checkpoint-0:0:11:rect"/>
          <p:cNvSpPr/>
          <p:nvPr/>
        </p:nvSpPr>
        <p:spPr>
          <a:xfrm>
            <a:off x="594360" y="2148840"/>
            <a:ext cx="1371600" cy="7772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-lowrank-checkpoint-1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2 Query 投影 | Visual QA · Click 1/4</a:t>
            </a:r>
            <a:endParaRPr lang="en-US" sz="1050" dirty="0"/>
          </a:p>
        </p:txBody>
      </p:sp>
      <p:sp>
        <p:nvSpPr>
          <p:cNvPr id="3" name="s14-lowrank-checkpoint-1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Low-Rank Projection：先压缩，再展开</a:t>
            </a:r>
            <a:endParaRPr lang="en-US" sz="2700" dirty="0"/>
          </a:p>
        </p:txBody>
      </p:sp>
      <p:sp>
        <p:nvSpPr>
          <p:cNvPr id="4" name="s14-lowrank-checkpoint-1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4-lowrank-checkpoint-1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4-lowrank-checkpoint-1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4-lowrank-checkpoint-1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4-lowrank-checkpoint-1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4-lowrank-checkpoint-1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4-lowrank-checkpoint-1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22</a:t>
            </a:r>
            <a:endParaRPr lang="en-US" sz="1050" dirty="0"/>
          </a:p>
        </p:txBody>
      </p:sp>
      <p:sp>
        <p:nvSpPr>
          <p:cNvPr id="11" name="s14-lowrank-checkpoint-1:0:10:text"/>
          <p:cNvSpPr/>
          <p:nvPr/>
        </p:nvSpPr>
        <p:spPr>
          <a:xfrm>
            <a:off x="45720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800" dirty="0"/>
          </a:p>
        </p:txBody>
      </p:sp>
      <p:sp>
        <p:nvSpPr>
          <p:cNvPr id="12" name="s14-lowrank-checkpoint-1:0:11:rect"/>
          <p:cNvSpPr/>
          <p:nvPr/>
        </p:nvSpPr>
        <p:spPr>
          <a:xfrm>
            <a:off x="594360" y="2148840"/>
            <a:ext cx="1371600" cy="7772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14-lowrank-checkpoint-1:1:12:line"/>
          <p:cNvSpPr/>
          <p:nvPr/>
        </p:nvSpPr>
        <p:spPr>
          <a:xfrm>
            <a:off x="2057400" y="2542032"/>
            <a:ext cx="338328" cy="91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14-lowrank-checkpoint-1:1:13:rect"/>
          <p:cNvSpPr/>
          <p:nvPr/>
        </p:nvSpPr>
        <p:spPr>
          <a:xfrm>
            <a:off x="2468880" y="1993392"/>
            <a:ext cx="1371600" cy="10058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4-lowrank-checkpoint-1:1:14:text"/>
          <p:cNvSpPr/>
          <p:nvPr/>
        </p:nvSpPr>
        <p:spPr>
          <a:xfrm>
            <a:off x="2542032" y="2039112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[5120,1280]</a:t>
            </a:r>
            <a:endParaRPr lang="en-US" sz="1600" dirty="0"/>
          </a:p>
        </p:txBody>
      </p:sp>
      <p:sp>
        <p:nvSpPr>
          <p:cNvPr id="16" name="s14-lowrank-checkpoint-1:1:15:rect"/>
          <p:cNvSpPr/>
          <p:nvPr/>
        </p:nvSpPr>
        <p:spPr>
          <a:xfrm>
            <a:off x="4023360" y="2359152"/>
            <a:ext cx="4572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14-lowrank-checkpoint-1:1:16:text"/>
          <p:cNvSpPr/>
          <p:nvPr/>
        </p:nvSpPr>
        <p:spPr>
          <a:xfrm>
            <a:off x="3767328" y="1572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[1,1280]</a:t>
            </a:r>
            <a:endParaRPr lang="en-US" sz="1500" dirty="0"/>
          </a:p>
        </p:txBody>
      </p:sp>
      <p:sp>
        <p:nvSpPr>
          <p:cNvPr id="18" name="s14-lowrank-checkpoint-1:1:17:text"/>
          <p:cNvSpPr/>
          <p:nvPr/>
        </p:nvSpPr>
        <p:spPr>
          <a:xfrm>
            <a:off x="201168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13.11 MFLOPs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-lowrank-checkpoint-2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2 Query 投影 | Visual QA · Click 2/4</a:t>
            </a:r>
            <a:endParaRPr lang="en-US" sz="1050" dirty="0"/>
          </a:p>
        </p:txBody>
      </p:sp>
      <p:sp>
        <p:nvSpPr>
          <p:cNvPr id="3" name="s14-lowrank-checkpoint-2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Low-Rank Projection：先压缩，再展开</a:t>
            </a:r>
            <a:endParaRPr lang="en-US" sz="2700" dirty="0"/>
          </a:p>
        </p:txBody>
      </p:sp>
      <p:sp>
        <p:nvSpPr>
          <p:cNvPr id="4" name="s14-lowrank-checkpoint-2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4-lowrank-checkpoint-2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4-lowrank-checkpoint-2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4-lowrank-checkpoint-2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4-lowrank-checkpoint-2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4-lowrank-checkpoint-2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4-lowrank-checkpoint-2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22</a:t>
            </a:r>
            <a:endParaRPr lang="en-US" sz="1050" dirty="0"/>
          </a:p>
        </p:txBody>
      </p:sp>
      <p:sp>
        <p:nvSpPr>
          <p:cNvPr id="11" name="s14-lowrank-checkpoint-2:0:10:text"/>
          <p:cNvSpPr/>
          <p:nvPr/>
        </p:nvSpPr>
        <p:spPr>
          <a:xfrm>
            <a:off x="45720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800" dirty="0"/>
          </a:p>
        </p:txBody>
      </p:sp>
      <p:sp>
        <p:nvSpPr>
          <p:cNvPr id="12" name="s14-lowrank-checkpoint-2:0:11:rect"/>
          <p:cNvSpPr/>
          <p:nvPr/>
        </p:nvSpPr>
        <p:spPr>
          <a:xfrm>
            <a:off x="594360" y="2148840"/>
            <a:ext cx="1371600" cy="7772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14-lowrank-checkpoint-2:1:12:line"/>
          <p:cNvSpPr/>
          <p:nvPr/>
        </p:nvSpPr>
        <p:spPr>
          <a:xfrm>
            <a:off x="2057400" y="2542032"/>
            <a:ext cx="338328" cy="91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14-lowrank-checkpoint-2:1:13:rect"/>
          <p:cNvSpPr/>
          <p:nvPr/>
        </p:nvSpPr>
        <p:spPr>
          <a:xfrm>
            <a:off x="2468880" y="1993392"/>
            <a:ext cx="1371600" cy="10058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4-lowrank-checkpoint-2:1:14:text"/>
          <p:cNvSpPr/>
          <p:nvPr/>
        </p:nvSpPr>
        <p:spPr>
          <a:xfrm>
            <a:off x="2542032" y="2039112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[5120,1280]</a:t>
            </a:r>
            <a:endParaRPr lang="en-US" sz="1600" dirty="0"/>
          </a:p>
        </p:txBody>
      </p:sp>
      <p:sp>
        <p:nvSpPr>
          <p:cNvPr id="16" name="s14-lowrank-checkpoint-2:1:15:rect"/>
          <p:cNvSpPr/>
          <p:nvPr/>
        </p:nvSpPr>
        <p:spPr>
          <a:xfrm>
            <a:off x="4023360" y="2359152"/>
            <a:ext cx="4572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14-lowrank-checkpoint-2:1:16:text"/>
          <p:cNvSpPr/>
          <p:nvPr/>
        </p:nvSpPr>
        <p:spPr>
          <a:xfrm>
            <a:off x="3767328" y="1572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[1,1280]</a:t>
            </a:r>
            <a:endParaRPr lang="en-US" sz="1500" dirty="0"/>
          </a:p>
        </p:txBody>
      </p:sp>
      <p:sp>
        <p:nvSpPr>
          <p:cNvPr id="18" name="s14-lowrank-checkpoint-2:1:17:text"/>
          <p:cNvSpPr/>
          <p:nvPr/>
        </p:nvSpPr>
        <p:spPr>
          <a:xfrm>
            <a:off x="201168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13.11 MFLOPs</a:t>
            </a:r>
            <a:endParaRPr lang="en-US" sz="1900" dirty="0"/>
          </a:p>
        </p:txBody>
      </p:sp>
      <p:sp>
        <p:nvSpPr>
          <p:cNvPr id="19" name="s14-lowrank-checkpoint-2:2:18:rect"/>
          <p:cNvSpPr/>
          <p:nvPr/>
        </p:nvSpPr>
        <p:spPr>
          <a:xfrm>
            <a:off x="3730752" y="320040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20" name="s14-lowrank-checkpoint-2:2:19:text"/>
          <p:cNvSpPr/>
          <p:nvPr/>
        </p:nvSpPr>
        <p:spPr>
          <a:xfrm>
            <a:off x="3803904" y="3246120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600" dirty="0"/>
          </a:p>
        </p:txBody>
      </p:sp>
      <p:sp>
        <p:nvSpPr>
          <p:cNvPr id="21" name="s14-lowrank-checkpoint-2:2:20:line"/>
          <p:cNvSpPr/>
          <p:nvPr/>
        </p:nvSpPr>
        <p:spPr>
          <a:xfrm>
            <a:off x="4251960" y="2788920"/>
            <a:ext cx="914" cy="365760"/>
          </a:xfrm>
          <a:prstGeom prst="line">
            <a:avLst/>
          </a:prstGeom>
          <a:noFill/>
          <a:ln w="19050">
            <a:solidFill>
              <a:srgbClr val="586A8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-lowrank-checkpoint-3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2 Query 投影 | Visual QA · Click 3/4</a:t>
            </a:r>
            <a:endParaRPr lang="en-US" sz="1050" dirty="0"/>
          </a:p>
        </p:txBody>
      </p:sp>
      <p:sp>
        <p:nvSpPr>
          <p:cNvPr id="3" name="s14-lowrank-checkpoint-3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Low-Rank Projection：先压缩，再展开</a:t>
            </a:r>
            <a:endParaRPr lang="en-US" sz="2700" dirty="0"/>
          </a:p>
        </p:txBody>
      </p:sp>
      <p:sp>
        <p:nvSpPr>
          <p:cNvPr id="4" name="s14-lowrank-checkpoint-3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4-lowrank-checkpoint-3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4-lowrank-checkpoint-3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4-lowrank-checkpoint-3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4-lowrank-checkpoint-3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4-lowrank-checkpoint-3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4-lowrank-checkpoint-3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22</a:t>
            </a:r>
            <a:endParaRPr lang="en-US" sz="1050" dirty="0"/>
          </a:p>
        </p:txBody>
      </p:sp>
      <p:sp>
        <p:nvSpPr>
          <p:cNvPr id="11" name="s14-lowrank-checkpoint-3:0:10:text"/>
          <p:cNvSpPr/>
          <p:nvPr/>
        </p:nvSpPr>
        <p:spPr>
          <a:xfrm>
            <a:off x="45720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800" dirty="0"/>
          </a:p>
        </p:txBody>
      </p:sp>
      <p:sp>
        <p:nvSpPr>
          <p:cNvPr id="12" name="s14-lowrank-checkpoint-3:0:11:rect"/>
          <p:cNvSpPr/>
          <p:nvPr/>
        </p:nvSpPr>
        <p:spPr>
          <a:xfrm>
            <a:off x="594360" y="2148840"/>
            <a:ext cx="1371600" cy="7772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14-lowrank-checkpoint-3:1:12:line"/>
          <p:cNvSpPr/>
          <p:nvPr/>
        </p:nvSpPr>
        <p:spPr>
          <a:xfrm>
            <a:off x="2057400" y="2542032"/>
            <a:ext cx="338328" cy="91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14-lowrank-checkpoint-3:1:13:rect"/>
          <p:cNvSpPr/>
          <p:nvPr/>
        </p:nvSpPr>
        <p:spPr>
          <a:xfrm>
            <a:off x="2468880" y="1993392"/>
            <a:ext cx="1371600" cy="10058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4-lowrank-checkpoint-3:1:14:text"/>
          <p:cNvSpPr/>
          <p:nvPr/>
        </p:nvSpPr>
        <p:spPr>
          <a:xfrm>
            <a:off x="2542032" y="2039112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[5120,1280]</a:t>
            </a:r>
            <a:endParaRPr lang="en-US" sz="1600" dirty="0"/>
          </a:p>
        </p:txBody>
      </p:sp>
      <p:sp>
        <p:nvSpPr>
          <p:cNvPr id="16" name="s14-lowrank-checkpoint-3:1:15:rect"/>
          <p:cNvSpPr/>
          <p:nvPr/>
        </p:nvSpPr>
        <p:spPr>
          <a:xfrm>
            <a:off x="4023360" y="2359152"/>
            <a:ext cx="4572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14-lowrank-checkpoint-3:1:16:text"/>
          <p:cNvSpPr/>
          <p:nvPr/>
        </p:nvSpPr>
        <p:spPr>
          <a:xfrm>
            <a:off x="3767328" y="1572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[1,1280]</a:t>
            </a:r>
            <a:endParaRPr lang="en-US" sz="1500" dirty="0"/>
          </a:p>
        </p:txBody>
      </p:sp>
      <p:sp>
        <p:nvSpPr>
          <p:cNvPr id="18" name="s14-lowrank-checkpoint-3:1:17:text"/>
          <p:cNvSpPr/>
          <p:nvPr/>
        </p:nvSpPr>
        <p:spPr>
          <a:xfrm>
            <a:off x="201168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13.11 MFLOPs</a:t>
            </a:r>
            <a:endParaRPr lang="en-US" sz="1900" dirty="0"/>
          </a:p>
        </p:txBody>
      </p:sp>
      <p:sp>
        <p:nvSpPr>
          <p:cNvPr id="19" name="s14-lowrank-checkpoint-3:2:18:rect"/>
          <p:cNvSpPr/>
          <p:nvPr/>
        </p:nvSpPr>
        <p:spPr>
          <a:xfrm>
            <a:off x="3730752" y="320040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20" name="s14-lowrank-checkpoint-3:2:19:text"/>
          <p:cNvSpPr/>
          <p:nvPr/>
        </p:nvSpPr>
        <p:spPr>
          <a:xfrm>
            <a:off x="3803904" y="3246120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600" dirty="0"/>
          </a:p>
        </p:txBody>
      </p:sp>
      <p:sp>
        <p:nvSpPr>
          <p:cNvPr id="21" name="s14-lowrank-checkpoint-3:2:20:line"/>
          <p:cNvSpPr/>
          <p:nvPr/>
        </p:nvSpPr>
        <p:spPr>
          <a:xfrm>
            <a:off x="4251960" y="2788920"/>
            <a:ext cx="914" cy="365760"/>
          </a:xfrm>
          <a:prstGeom prst="line">
            <a:avLst/>
          </a:prstGeom>
          <a:noFill/>
          <a:ln w="1905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2" name="s14-lowrank-checkpoint-3:3:21:line"/>
          <p:cNvSpPr/>
          <p:nvPr/>
        </p:nvSpPr>
        <p:spPr>
          <a:xfrm flipV="1">
            <a:off x="5303520" y="3090672"/>
            <a:ext cx="502920" cy="35661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3" name="s14-lowrank-checkpoint-3:3:22:rect"/>
          <p:cNvSpPr/>
          <p:nvPr/>
        </p:nvSpPr>
        <p:spPr>
          <a:xfrm>
            <a:off x="5047488" y="1993392"/>
            <a:ext cx="1508760" cy="10058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14-lowrank-checkpoint-3:3:23:text"/>
          <p:cNvSpPr/>
          <p:nvPr/>
        </p:nvSpPr>
        <p:spPr>
          <a:xfrm>
            <a:off x="5120640" y="2039112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[1280,32768]</a:t>
            </a:r>
            <a:endParaRPr lang="en-US" sz="1600" dirty="0"/>
          </a:p>
        </p:txBody>
      </p:sp>
      <p:sp>
        <p:nvSpPr>
          <p:cNvPr id="25" name="s14-lowrank-checkpoint-3:3:24:line"/>
          <p:cNvSpPr/>
          <p:nvPr/>
        </p:nvSpPr>
        <p:spPr>
          <a:xfrm>
            <a:off x="6629400" y="2542032"/>
            <a:ext cx="274320" cy="914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26" name="s14-lowrank-checkpoint-3:3:25:rect"/>
          <p:cNvSpPr/>
          <p:nvPr/>
        </p:nvSpPr>
        <p:spPr>
          <a:xfrm>
            <a:off x="6995160" y="1783080"/>
            <a:ext cx="1645920" cy="150876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7" name="s14-lowrank-checkpoint-3:3:26:text"/>
          <p:cNvSpPr/>
          <p:nvPr/>
        </p:nvSpPr>
        <p:spPr>
          <a:xfrm>
            <a:off x="713232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[1,32768]</a:t>
            </a:r>
            <a:endParaRPr lang="en-US" sz="1800" dirty="0"/>
          </a:p>
        </p:txBody>
      </p:sp>
      <p:sp>
        <p:nvSpPr>
          <p:cNvPr id="28" name="s14-lowrank-checkpoint-3:3:27:text"/>
          <p:cNvSpPr/>
          <p:nvPr/>
        </p:nvSpPr>
        <p:spPr>
          <a:xfrm>
            <a:off x="493776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83.89 MFLOPs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-lowrank-checkpoint-4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2 Query 投影 | Visual QA · Click 4/4</a:t>
            </a:r>
            <a:endParaRPr lang="en-US" sz="1050" dirty="0"/>
          </a:p>
        </p:txBody>
      </p:sp>
      <p:sp>
        <p:nvSpPr>
          <p:cNvPr id="3" name="s14-lowrank-checkpoint-4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Low-Rank Projection：先压缩，再展开</a:t>
            </a:r>
            <a:endParaRPr lang="en-US" sz="2700" dirty="0"/>
          </a:p>
        </p:txBody>
      </p:sp>
      <p:sp>
        <p:nvSpPr>
          <p:cNvPr id="4" name="s14-lowrank-checkpoint-4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4-lowrank-checkpoint-4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4-lowrank-checkpoint-4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4-lowrank-checkpoint-4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4-lowrank-checkpoint-4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4-lowrank-checkpoint-4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4-lowrank-checkpoint-4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22</a:t>
            </a:r>
            <a:endParaRPr lang="en-US" sz="1050" dirty="0"/>
          </a:p>
        </p:txBody>
      </p:sp>
      <p:sp>
        <p:nvSpPr>
          <p:cNvPr id="11" name="s14-lowrank-checkpoint-4:0:10:text"/>
          <p:cNvSpPr/>
          <p:nvPr/>
        </p:nvSpPr>
        <p:spPr>
          <a:xfrm>
            <a:off x="45720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800" dirty="0"/>
          </a:p>
        </p:txBody>
      </p:sp>
      <p:sp>
        <p:nvSpPr>
          <p:cNvPr id="12" name="s14-lowrank-checkpoint-4:0:11:rect"/>
          <p:cNvSpPr/>
          <p:nvPr/>
        </p:nvSpPr>
        <p:spPr>
          <a:xfrm>
            <a:off x="594360" y="2148840"/>
            <a:ext cx="1371600" cy="7772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14-lowrank-checkpoint-4:1:12:line"/>
          <p:cNvSpPr/>
          <p:nvPr/>
        </p:nvSpPr>
        <p:spPr>
          <a:xfrm>
            <a:off x="2057400" y="2542032"/>
            <a:ext cx="338328" cy="91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14-lowrank-checkpoint-4:1:13:rect"/>
          <p:cNvSpPr/>
          <p:nvPr/>
        </p:nvSpPr>
        <p:spPr>
          <a:xfrm>
            <a:off x="2468880" y="1993392"/>
            <a:ext cx="1371600" cy="10058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4-lowrank-checkpoint-4:1:14:text"/>
          <p:cNvSpPr/>
          <p:nvPr/>
        </p:nvSpPr>
        <p:spPr>
          <a:xfrm>
            <a:off x="2542032" y="2039112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[5120,1280]</a:t>
            </a:r>
            <a:endParaRPr lang="en-US" sz="1600" dirty="0"/>
          </a:p>
        </p:txBody>
      </p:sp>
      <p:sp>
        <p:nvSpPr>
          <p:cNvPr id="16" name="s14-lowrank-checkpoint-4:1:15:rect"/>
          <p:cNvSpPr/>
          <p:nvPr/>
        </p:nvSpPr>
        <p:spPr>
          <a:xfrm>
            <a:off x="4023360" y="2359152"/>
            <a:ext cx="4572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14-lowrank-checkpoint-4:1:16:text"/>
          <p:cNvSpPr/>
          <p:nvPr/>
        </p:nvSpPr>
        <p:spPr>
          <a:xfrm>
            <a:off x="3767328" y="1572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[1,1280]</a:t>
            </a:r>
            <a:endParaRPr lang="en-US" sz="1500" dirty="0"/>
          </a:p>
        </p:txBody>
      </p:sp>
      <p:sp>
        <p:nvSpPr>
          <p:cNvPr id="18" name="s14-lowrank-checkpoint-4:1:17:text"/>
          <p:cNvSpPr/>
          <p:nvPr/>
        </p:nvSpPr>
        <p:spPr>
          <a:xfrm>
            <a:off x="201168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13.11 MFLOPs</a:t>
            </a:r>
            <a:endParaRPr lang="en-US" sz="1900" dirty="0"/>
          </a:p>
        </p:txBody>
      </p:sp>
      <p:sp>
        <p:nvSpPr>
          <p:cNvPr id="19" name="s14-lowrank-checkpoint-4:2:18:rect"/>
          <p:cNvSpPr/>
          <p:nvPr/>
        </p:nvSpPr>
        <p:spPr>
          <a:xfrm>
            <a:off x="3730752" y="320040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20" name="s14-lowrank-checkpoint-4:2:19:text"/>
          <p:cNvSpPr/>
          <p:nvPr/>
        </p:nvSpPr>
        <p:spPr>
          <a:xfrm>
            <a:off x="3803904" y="3246120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600" dirty="0"/>
          </a:p>
        </p:txBody>
      </p:sp>
      <p:sp>
        <p:nvSpPr>
          <p:cNvPr id="21" name="s14-lowrank-checkpoint-4:2:20:line"/>
          <p:cNvSpPr/>
          <p:nvPr/>
        </p:nvSpPr>
        <p:spPr>
          <a:xfrm>
            <a:off x="4251960" y="2788920"/>
            <a:ext cx="914" cy="365760"/>
          </a:xfrm>
          <a:prstGeom prst="line">
            <a:avLst/>
          </a:prstGeom>
          <a:noFill/>
          <a:ln w="1905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2" name="s14-lowrank-checkpoint-4:3:21:line"/>
          <p:cNvSpPr/>
          <p:nvPr/>
        </p:nvSpPr>
        <p:spPr>
          <a:xfrm flipV="1">
            <a:off x="5303520" y="3090672"/>
            <a:ext cx="502920" cy="35661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3" name="s14-lowrank-checkpoint-4:3:22:rect"/>
          <p:cNvSpPr/>
          <p:nvPr/>
        </p:nvSpPr>
        <p:spPr>
          <a:xfrm>
            <a:off x="5047488" y="1993392"/>
            <a:ext cx="1508760" cy="10058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14-lowrank-checkpoint-4:3:23:text"/>
          <p:cNvSpPr/>
          <p:nvPr/>
        </p:nvSpPr>
        <p:spPr>
          <a:xfrm>
            <a:off x="5120640" y="2039112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[1280,32768]</a:t>
            </a:r>
            <a:endParaRPr lang="en-US" sz="1600" dirty="0"/>
          </a:p>
        </p:txBody>
      </p:sp>
      <p:sp>
        <p:nvSpPr>
          <p:cNvPr id="25" name="s14-lowrank-checkpoint-4:3:24:line"/>
          <p:cNvSpPr/>
          <p:nvPr/>
        </p:nvSpPr>
        <p:spPr>
          <a:xfrm>
            <a:off x="6629400" y="2542032"/>
            <a:ext cx="274320" cy="914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26" name="s14-lowrank-checkpoint-4:3:25:rect"/>
          <p:cNvSpPr/>
          <p:nvPr/>
        </p:nvSpPr>
        <p:spPr>
          <a:xfrm>
            <a:off x="6995160" y="1783080"/>
            <a:ext cx="1645920" cy="150876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7" name="s14-lowrank-checkpoint-4:3:26:text"/>
          <p:cNvSpPr/>
          <p:nvPr/>
        </p:nvSpPr>
        <p:spPr>
          <a:xfrm>
            <a:off x="713232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[1,32768]</a:t>
            </a:r>
            <a:endParaRPr lang="en-US" sz="1800" dirty="0"/>
          </a:p>
        </p:txBody>
      </p:sp>
      <p:sp>
        <p:nvSpPr>
          <p:cNvPr id="28" name="s14-lowrank-checkpoint-4:3:27:text"/>
          <p:cNvSpPr/>
          <p:nvPr/>
        </p:nvSpPr>
        <p:spPr>
          <a:xfrm>
            <a:off x="493776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83.89 MFLOPs</a:t>
            </a:r>
            <a:endParaRPr lang="en-US" sz="1900" dirty="0"/>
          </a:p>
        </p:txBody>
      </p:sp>
      <p:sp>
        <p:nvSpPr>
          <p:cNvPr id="29" name="s14-lowrank-checkpoint-4:4:28:text"/>
          <p:cNvSpPr/>
          <p:nvPr/>
        </p:nvSpPr>
        <p:spPr>
          <a:xfrm>
            <a:off x="68580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Heads × 512</a:t>
            </a:r>
            <a:endParaRPr lang="en-US" sz="1800" dirty="0"/>
          </a:p>
        </p:txBody>
      </p:sp>
      <p:sp>
        <p:nvSpPr>
          <p:cNvPr id="30" name="s14-lowrank-checkpoint-4:4:29:text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 Linear 合计：96.99 MFLOPs</a:t>
            </a:r>
            <a:endParaRPr lang="en-US" sz="2400" dirty="0"/>
          </a:p>
        </p:txBody>
      </p:sp>
      <p:sp>
        <p:nvSpPr>
          <p:cNvPr id="31" name="s14-lowrank-checkpoint-4:4:30:text"/>
          <p:cNvSpPr/>
          <p:nvPr/>
        </p:nvSpPr>
        <p:spPr>
          <a:xfrm>
            <a:off x="457200" y="459028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宽度为示意；FLOPs 不含 RMSNorm / RoPE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-backward-checkpoint-0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1–2 五步与顺序 | Visual QA · Click 0/4</a:t>
            </a:r>
            <a:endParaRPr lang="en-US" sz="1050" dirty="0"/>
          </a:p>
        </p:txBody>
      </p:sp>
      <p:sp>
        <p:nvSpPr>
          <p:cNvPr id="3" name="s16-backward-checkpoint-0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保存输入；Backward 沿图反向传梯度</a:t>
            </a:r>
            <a:endParaRPr lang="en-US" sz="2700" dirty="0"/>
          </a:p>
        </p:txBody>
      </p:sp>
      <p:sp>
        <p:nvSpPr>
          <p:cNvPr id="4" name="s16-backward-checkpoint-0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6-backward-checkpoint-0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6-backward-checkpoint-0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6-backward-checkpoint-0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6-backward-checkpoint-0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6-backward-checkpoint-0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6-backward-checkpoint-0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22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-backward-checkpoint-1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1–2 五步与顺序 | Visual QA · Click 1/4</a:t>
            </a:r>
            <a:endParaRPr lang="en-US" sz="1050" dirty="0"/>
          </a:p>
        </p:txBody>
      </p:sp>
      <p:sp>
        <p:nvSpPr>
          <p:cNvPr id="3" name="s16-backward-checkpoint-1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保存输入；Backward 沿图反向传梯度</a:t>
            </a:r>
            <a:endParaRPr lang="en-US" sz="2700" dirty="0"/>
          </a:p>
        </p:txBody>
      </p:sp>
      <p:sp>
        <p:nvSpPr>
          <p:cNvPr id="4" name="s16-backward-checkpoint-1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6-backward-checkpoint-1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6-backward-checkpoint-1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6-backward-checkpoint-1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6-backward-checkpoint-1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6-backward-checkpoint-1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6-backward-checkpoint-1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22</a:t>
            </a:r>
            <a:endParaRPr lang="en-US" sz="1050" dirty="0"/>
          </a:p>
        </p:txBody>
      </p:sp>
      <p:sp>
        <p:nvSpPr>
          <p:cNvPr id="11" name="s16-backward-checkpoint-1:1:10:rect"/>
          <p:cNvSpPr/>
          <p:nvPr/>
        </p:nvSpPr>
        <p:spPr>
          <a:xfrm>
            <a:off x="457200" y="2377440"/>
            <a:ext cx="822960" cy="64008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16-backward-checkpoint-1:1:11:text"/>
          <p:cNvSpPr/>
          <p:nvPr/>
        </p:nvSpPr>
        <p:spPr>
          <a:xfrm>
            <a:off x="530352" y="24231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s16-backward-checkpoint-1:1:12:line"/>
          <p:cNvSpPr/>
          <p:nvPr/>
        </p:nvSpPr>
        <p:spPr>
          <a:xfrm>
            <a:off x="1325880" y="2697480"/>
            <a:ext cx="41148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4" name="s16-backward-checkpoint-1:1:13:rect"/>
          <p:cNvSpPr/>
          <p:nvPr/>
        </p:nvSpPr>
        <p:spPr>
          <a:xfrm>
            <a:off x="1828800" y="2377440"/>
            <a:ext cx="114300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6-backward-checkpoint-1:1:14:text"/>
          <p:cNvSpPr/>
          <p:nvPr/>
        </p:nvSpPr>
        <p:spPr>
          <a:xfrm>
            <a:off x="1901952" y="2423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1800" dirty="0"/>
          </a:p>
        </p:txBody>
      </p:sp>
      <p:sp>
        <p:nvSpPr>
          <p:cNvPr id="16" name="s16-backward-checkpoint-1:1:15:line"/>
          <p:cNvSpPr/>
          <p:nvPr/>
        </p:nvSpPr>
        <p:spPr>
          <a:xfrm>
            <a:off x="3017520" y="2697480"/>
            <a:ext cx="54864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7" name="s16-backward-checkpoint-1:1:16:rect"/>
          <p:cNvSpPr/>
          <p:nvPr/>
        </p:nvSpPr>
        <p:spPr>
          <a:xfrm>
            <a:off x="3657600" y="237744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8" name="s16-backward-checkpoint-1:1:17:text"/>
          <p:cNvSpPr/>
          <p:nvPr/>
        </p:nvSpPr>
        <p:spPr>
          <a:xfrm>
            <a:off x="3730752" y="24231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9" name="s16-backward-checkpoint-1:1:18:line"/>
          <p:cNvSpPr/>
          <p:nvPr/>
        </p:nvSpPr>
        <p:spPr>
          <a:xfrm>
            <a:off x="5166360" y="2697480"/>
            <a:ext cx="59436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0" name="s16-backward-checkpoint-1:1:19:rect"/>
          <p:cNvSpPr/>
          <p:nvPr/>
        </p:nvSpPr>
        <p:spPr>
          <a:xfrm>
            <a:off x="5852160" y="2377440"/>
            <a:ext cx="114300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16-backward-checkpoint-1:1:20:text"/>
          <p:cNvSpPr/>
          <p:nvPr/>
        </p:nvSpPr>
        <p:spPr>
          <a:xfrm>
            <a:off x="5925312" y="2423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1800" dirty="0"/>
          </a:p>
        </p:txBody>
      </p:sp>
      <p:sp>
        <p:nvSpPr>
          <p:cNvPr id="22" name="s16-backward-checkpoint-1:1:21:line"/>
          <p:cNvSpPr/>
          <p:nvPr/>
        </p:nvSpPr>
        <p:spPr>
          <a:xfrm>
            <a:off x="7040880" y="2697480"/>
            <a:ext cx="7315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3" name="s16-backward-checkpoint-1:1:22:rect"/>
          <p:cNvSpPr/>
          <p:nvPr/>
        </p:nvSpPr>
        <p:spPr>
          <a:xfrm>
            <a:off x="7863840" y="2377440"/>
            <a:ext cx="822960" cy="64008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4" name="s16-backward-checkpoint-1:1:23:text"/>
          <p:cNvSpPr/>
          <p:nvPr/>
        </p:nvSpPr>
        <p:spPr>
          <a:xfrm>
            <a:off x="7936992" y="24231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800" dirty="0"/>
          </a:p>
        </p:txBody>
      </p:sp>
      <p:sp>
        <p:nvSpPr>
          <p:cNvPr id="25" name="s16-backward-checkpoint-1:1:24:text"/>
          <p:cNvSpPr/>
          <p:nvPr/>
        </p:nvSpPr>
        <p:spPr>
          <a:xfrm>
            <a:off x="45720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→</a:t>
            </a:r>
            <a:endParaRPr lang="en-US" sz="2200" dirty="0"/>
          </a:p>
        </p:txBody>
      </p:sp>
      <p:sp>
        <p:nvSpPr>
          <p:cNvPr id="26" name="s16-backward-checkpoint-1:1:25:text"/>
          <p:cNvSpPr/>
          <p:nvPr/>
        </p:nvSpPr>
        <p:spPr>
          <a:xfrm>
            <a:off x="2651760" y="16276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X、H、H′ 与各层权重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-backward-checkpoint-2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1–2 五步与顺序 | Visual QA · Click 2/4</a:t>
            </a:r>
            <a:endParaRPr lang="en-US" sz="1050" dirty="0"/>
          </a:p>
        </p:txBody>
      </p:sp>
      <p:sp>
        <p:nvSpPr>
          <p:cNvPr id="3" name="s16-backward-checkpoint-2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保存输入；Backward 沿图反向传梯度</a:t>
            </a:r>
            <a:endParaRPr lang="en-US" sz="2700" dirty="0"/>
          </a:p>
        </p:txBody>
      </p:sp>
      <p:sp>
        <p:nvSpPr>
          <p:cNvPr id="4" name="s16-backward-checkpoint-2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6-backward-checkpoint-2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6-backward-checkpoint-2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6-backward-checkpoint-2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6-backward-checkpoint-2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6-backward-checkpoint-2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6-backward-checkpoint-2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22</a:t>
            </a:r>
            <a:endParaRPr lang="en-US" sz="1050" dirty="0"/>
          </a:p>
        </p:txBody>
      </p:sp>
      <p:sp>
        <p:nvSpPr>
          <p:cNvPr id="11" name="s16-backward-checkpoint-2:1:10:rect"/>
          <p:cNvSpPr/>
          <p:nvPr/>
        </p:nvSpPr>
        <p:spPr>
          <a:xfrm>
            <a:off x="457200" y="2377440"/>
            <a:ext cx="822960" cy="64008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16-backward-checkpoint-2:1:11:text"/>
          <p:cNvSpPr/>
          <p:nvPr/>
        </p:nvSpPr>
        <p:spPr>
          <a:xfrm>
            <a:off x="530352" y="24231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s16-backward-checkpoint-2:1:12:line"/>
          <p:cNvSpPr/>
          <p:nvPr/>
        </p:nvSpPr>
        <p:spPr>
          <a:xfrm>
            <a:off x="1325880" y="2697480"/>
            <a:ext cx="41148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4" name="s16-backward-checkpoint-2:1:13:rect"/>
          <p:cNvSpPr/>
          <p:nvPr/>
        </p:nvSpPr>
        <p:spPr>
          <a:xfrm>
            <a:off x="1828800" y="2377440"/>
            <a:ext cx="114300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6-backward-checkpoint-2:1:14:text"/>
          <p:cNvSpPr/>
          <p:nvPr/>
        </p:nvSpPr>
        <p:spPr>
          <a:xfrm>
            <a:off x="1901952" y="2423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1800" dirty="0"/>
          </a:p>
        </p:txBody>
      </p:sp>
      <p:sp>
        <p:nvSpPr>
          <p:cNvPr id="16" name="s16-backward-checkpoint-2:1:15:line"/>
          <p:cNvSpPr/>
          <p:nvPr/>
        </p:nvSpPr>
        <p:spPr>
          <a:xfrm>
            <a:off x="3017520" y="2697480"/>
            <a:ext cx="54864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7" name="s16-backward-checkpoint-2:1:16:rect"/>
          <p:cNvSpPr/>
          <p:nvPr/>
        </p:nvSpPr>
        <p:spPr>
          <a:xfrm>
            <a:off x="3657600" y="237744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8" name="s16-backward-checkpoint-2:1:17:text"/>
          <p:cNvSpPr/>
          <p:nvPr/>
        </p:nvSpPr>
        <p:spPr>
          <a:xfrm>
            <a:off x="3730752" y="24231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9" name="s16-backward-checkpoint-2:1:18:line"/>
          <p:cNvSpPr/>
          <p:nvPr/>
        </p:nvSpPr>
        <p:spPr>
          <a:xfrm>
            <a:off x="5166360" y="2697480"/>
            <a:ext cx="59436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0" name="s16-backward-checkpoint-2:1:19:rect"/>
          <p:cNvSpPr/>
          <p:nvPr/>
        </p:nvSpPr>
        <p:spPr>
          <a:xfrm>
            <a:off x="5852160" y="2377440"/>
            <a:ext cx="114300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16-backward-checkpoint-2:1:20:text"/>
          <p:cNvSpPr/>
          <p:nvPr/>
        </p:nvSpPr>
        <p:spPr>
          <a:xfrm>
            <a:off x="5925312" y="2423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1800" dirty="0"/>
          </a:p>
        </p:txBody>
      </p:sp>
      <p:sp>
        <p:nvSpPr>
          <p:cNvPr id="22" name="s16-backward-checkpoint-2:1:21:line"/>
          <p:cNvSpPr/>
          <p:nvPr/>
        </p:nvSpPr>
        <p:spPr>
          <a:xfrm>
            <a:off x="7040880" y="2697480"/>
            <a:ext cx="7315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3" name="s16-backward-checkpoint-2:1:22:rect"/>
          <p:cNvSpPr/>
          <p:nvPr/>
        </p:nvSpPr>
        <p:spPr>
          <a:xfrm>
            <a:off x="7863840" y="2377440"/>
            <a:ext cx="822960" cy="64008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4" name="s16-backward-checkpoint-2:1:23:text"/>
          <p:cNvSpPr/>
          <p:nvPr/>
        </p:nvSpPr>
        <p:spPr>
          <a:xfrm>
            <a:off x="7936992" y="24231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800" dirty="0"/>
          </a:p>
        </p:txBody>
      </p:sp>
      <p:sp>
        <p:nvSpPr>
          <p:cNvPr id="25" name="s16-backward-checkpoint-2:1:24:text"/>
          <p:cNvSpPr/>
          <p:nvPr/>
        </p:nvSpPr>
        <p:spPr>
          <a:xfrm>
            <a:off x="45720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→</a:t>
            </a:r>
            <a:endParaRPr lang="en-US" sz="2200" dirty="0"/>
          </a:p>
        </p:txBody>
      </p:sp>
      <p:sp>
        <p:nvSpPr>
          <p:cNvPr id="26" name="s16-backward-checkpoint-2:1:25:text"/>
          <p:cNvSpPr/>
          <p:nvPr/>
        </p:nvSpPr>
        <p:spPr>
          <a:xfrm>
            <a:off x="2651760" y="16276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X、H、H′ 与各层权重</a:t>
            </a:r>
            <a:endParaRPr lang="en-US" sz="1800" dirty="0"/>
          </a:p>
        </p:txBody>
      </p:sp>
      <p:sp>
        <p:nvSpPr>
          <p:cNvPr id="27" name="s16-backward-checkpoint-2:2:26:rect"/>
          <p:cNvSpPr/>
          <p:nvPr/>
        </p:nvSpPr>
        <p:spPr>
          <a:xfrm>
            <a:off x="7452360" y="3703320"/>
            <a:ext cx="1188720" cy="594360"/>
          </a:xfrm>
          <a:prstGeom prst="rect">
            <a:avLst/>
          </a:prstGeom>
          <a:solidFill>
            <a:srgbClr val="FFF0E6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s16-backward-checkpoint-2:2:27:text"/>
          <p:cNvSpPr/>
          <p:nvPr/>
        </p:nvSpPr>
        <p:spPr>
          <a:xfrm>
            <a:off x="7525512" y="374904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后续模块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Loss</a:t>
            </a:r>
            <a:endParaRPr lang="en-US" sz="1350" dirty="0"/>
          </a:p>
        </p:txBody>
      </p:sp>
      <p:sp>
        <p:nvSpPr>
          <p:cNvPr id="29" name="s16-backward-checkpoint-2:2:28:line"/>
          <p:cNvSpPr/>
          <p:nvPr/>
        </p:nvSpPr>
        <p:spPr>
          <a:xfrm flipV="1">
            <a:off x="8275320" y="3127248"/>
            <a:ext cx="914" cy="484632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0" name="s16-backward-checkpoint-2:2:29:text"/>
          <p:cNvSpPr/>
          <p:nvPr/>
        </p:nvSpPr>
        <p:spPr>
          <a:xfrm>
            <a:off x="7132320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dQ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-backward-checkpoint-3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1–2 五步与顺序 | Visual QA · Click 3/4</a:t>
            </a:r>
            <a:endParaRPr lang="en-US" sz="1050" dirty="0"/>
          </a:p>
        </p:txBody>
      </p:sp>
      <p:sp>
        <p:nvSpPr>
          <p:cNvPr id="3" name="s16-backward-checkpoint-3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保存输入；Backward 沿图反向传梯度</a:t>
            </a:r>
            <a:endParaRPr lang="en-US" sz="2700" dirty="0"/>
          </a:p>
        </p:txBody>
      </p:sp>
      <p:sp>
        <p:nvSpPr>
          <p:cNvPr id="4" name="s16-backward-checkpoint-3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6-backward-checkpoint-3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6-backward-checkpoint-3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6-backward-checkpoint-3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6-backward-checkpoint-3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6-backward-checkpoint-3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6-backward-checkpoint-3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22</a:t>
            </a:r>
            <a:endParaRPr lang="en-US" sz="1050" dirty="0"/>
          </a:p>
        </p:txBody>
      </p:sp>
      <p:sp>
        <p:nvSpPr>
          <p:cNvPr id="11" name="s16-backward-checkpoint-3:1:10:rect"/>
          <p:cNvSpPr/>
          <p:nvPr/>
        </p:nvSpPr>
        <p:spPr>
          <a:xfrm>
            <a:off x="457200" y="2377440"/>
            <a:ext cx="822960" cy="64008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16-backward-checkpoint-3:1:11:text"/>
          <p:cNvSpPr/>
          <p:nvPr/>
        </p:nvSpPr>
        <p:spPr>
          <a:xfrm>
            <a:off x="530352" y="24231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s16-backward-checkpoint-3:1:12:line"/>
          <p:cNvSpPr/>
          <p:nvPr/>
        </p:nvSpPr>
        <p:spPr>
          <a:xfrm>
            <a:off x="1325880" y="2697480"/>
            <a:ext cx="41148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4" name="s16-backward-checkpoint-3:1:13:rect"/>
          <p:cNvSpPr/>
          <p:nvPr/>
        </p:nvSpPr>
        <p:spPr>
          <a:xfrm>
            <a:off x="1828800" y="2377440"/>
            <a:ext cx="114300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6-backward-checkpoint-3:1:14:text"/>
          <p:cNvSpPr/>
          <p:nvPr/>
        </p:nvSpPr>
        <p:spPr>
          <a:xfrm>
            <a:off x="1901952" y="2423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1800" dirty="0"/>
          </a:p>
        </p:txBody>
      </p:sp>
      <p:sp>
        <p:nvSpPr>
          <p:cNvPr id="16" name="s16-backward-checkpoint-3:1:15:line"/>
          <p:cNvSpPr/>
          <p:nvPr/>
        </p:nvSpPr>
        <p:spPr>
          <a:xfrm>
            <a:off x="3017520" y="2697480"/>
            <a:ext cx="54864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7" name="s16-backward-checkpoint-3:1:16:rect"/>
          <p:cNvSpPr/>
          <p:nvPr/>
        </p:nvSpPr>
        <p:spPr>
          <a:xfrm>
            <a:off x="3657600" y="237744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8" name="s16-backward-checkpoint-3:1:17:text"/>
          <p:cNvSpPr/>
          <p:nvPr/>
        </p:nvSpPr>
        <p:spPr>
          <a:xfrm>
            <a:off x="3730752" y="24231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9" name="s16-backward-checkpoint-3:1:18:line"/>
          <p:cNvSpPr/>
          <p:nvPr/>
        </p:nvSpPr>
        <p:spPr>
          <a:xfrm>
            <a:off x="5166360" y="2697480"/>
            <a:ext cx="59436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0" name="s16-backward-checkpoint-3:1:19:rect"/>
          <p:cNvSpPr/>
          <p:nvPr/>
        </p:nvSpPr>
        <p:spPr>
          <a:xfrm>
            <a:off x="5852160" y="2377440"/>
            <a:ext cx="114300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16-backward-checkpoint-3:1:20:text"/>
          <p:cNvSpPr/>
          <p:nvPr/>
        </p:nvSpPr>
        <p:spPr>
          <a:xfrm>
            <a:off x="5925312" y="2423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1800" dirty="0"/>
          </a:p>
        </p:txBody>
      </p:sp>
      <p:sp>
        <p:nvSpPr>
          <p:cNvPr id="22" name="s16-backward-checkpoint-3:1:21:line"/>
          <p:cNvSpPr/>
          <p:nvPr/>
        </p:nvSpPr>
        <p:spPr>
          <a:xfrm>
            <a:off x="7040880" y="2697480"/>
            <a:ext cx="7315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3" name="s16-backward-checkpoint-3:1:22:rect"/>
          <p:cNvSpPr/>
          <p:nvPr/>
        </p:nvSpPr>
        <p:spPr>
          <a:xfrm>
            <a:off x="7863840" y="2377440"/>
            <a:ext cx="822960" cy="64008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4" name="s16-backward-checkpoint-3:1:23:text"/>
          <p:cNvSpPr/>
          <p:nvPr/>
        </p:nvSpPr>
        <p:spPr>
          <a:xfrm>
            <a:off x="7936992" y="24231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800" dirty="0"/>
          </a:p>
        </p:txBody>
      </p:sp>
      <p:sp>
        <p:nvSpPr>
          <p:cNvPr id="25" name="s16-backward-checkpoint-3:1:24:text"/>
          <p:cNvSpPr/>
          <p:nvPr/>
        </p:nvSpPr>
        <p:spPr>
          <a:xfrm>
            <a:off x="45720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→</a:t>
            </a:r>
            <a:endParaRPr lang="en-US" sz="2200" dirty="0"/>
          </a:p>
        </p:txBody>
      </p:sp>
      <p:sp>
        <p:nvSpPr>
          <p:cNvPr id="26" name="s16-backward-checkpoint-3:1:25:text"/>
          <p:cNvSpPr/>
          <p:nvPr/>
        </p:nvSpPr>
        <p:spPr>
          <a:xfrm>
            <a:off x="2651760" y="16276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X、H、H′ 与各层权重</a:t>
            </a:r>
            <a:endParaRPr lang="en-US" sz="1800" dirty="0"/>
          </a:p>
        </p:txBody>
      </p:sp>
      <p:sp>
        <p:nvSpPr>
          <p:cNvPr id="27" name="s16-backward-checkpoint-3:2:26:rect"/>
          <p:cNvSpPr/>
          <p:nvPr/>
        </p:nvSpPr>
        <p:spPr>
          <a:xfrm>
            <a:off x="7452360" y="3703320"/>
            <a:ext cx="1188720" cy="594360"/>
          </a:xfrm>
          <a:prstGeom prst="rect">
            <a:avLst/>
          </a:prstGeom>
          <a:solidFill>
            <a:srgbClr val="FFF0E6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s16-backward-checkpoint-3:2:27:text"/>
          <p:cNvSpPr/>
          <p:nvPr/>
        </p:nvSpPr>
        <p:spPr>
          <a:xfrm>
            <a:off x="7525512" y="374904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后续模块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Loss</a:t>
            </a:r>
            <a:endParaRPr lang="en-US" sz="1350" dirty="0"/>
          </a:p>
        </p:txBody>
      </p:sp>
      <p:sp>
        <p:nvSpPr>
          <p:cNvPr id="29" name="s16-backward-checkpoint-3:2:28:line"/>
          <p:cNvSpPr/>
          <p:nvPr/>
        </p:nvSpPr>
        <p:spPr>
          <a:xfrm flipV="1">
            <a:off x="8275320" y="3127248"/>
            <a:ext cx="914" cy="484632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0" name="s16-backward-checkpoint-3:2:29:text"/>
          <p:cNvSpPr/>
          <p:nvPr/>
        </p:nvSpPr>
        <p:spPr>
          <a:xfrm>
            <a:off x="7132320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dQ</a:t>
            </a:r>
            <a:endParaRPr lang="en-US" sz="2000" dirty="0"/>
          </a:p>
        </p:txBody>
      </p:sp>
      <p:sp>
        <p:nvSpPr>
          <p:cNvPr id="31" name="s16-backward-checkpoint-3:3:30:text"/>
          <p:cNvSpPr/>
          <p:nvPr/>
        </p:nvSpPr>
        <p:spPr>
          <a:xfrm>
            <a:off x="54864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取回前向输入与权重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-backward-checkpoint-4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1–2 五步与顺序 | Visual QA · Click 4/4</a:t>
            </a:r>
            <a:endParaRPr lang="en-US" sz="1050" dirty="0"/>
          </a:p>
        </p:txBody>
      </p:sp>
      <p:sp>
        <p:nvSpPr>
          <p:cNvPr id="3" name="s16-backward-checkpoint-4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保存输入；Backward 沿图反向传梯度</a:t>
            </a:r>
            <a:endParaRPr lang="en-US" sz="2700" dirty="0"/>
          </a:p>
        </p:txBody>
      </p:sp>
      <p:sp>
        <p:nvSpPr>
          <p:cNvPr id="4" name="s16-backward-checkpoint-4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6-backward-checkpoint-4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6-backward-checkpoint-4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6-backward-checkpoint-4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6-backward-checkpoint-4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6-backward-checkpoint-4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6-backward-checkpoint-4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22</a:t>
            </a:r>
            <a:endParaRPr lang="en-US" sz="1050" dirty="0"/>
          </a:p>
        </p:txBody>
      </p:sp>
      <p:sp>
        <p:nvSpPr>
          <p:cNvPr id="11" name="s16-backward-checkpoint-4:1:10:rect"/>
          <p:cNvSpPr/>
          <p:nvPr/>
        </p:nvSpPr>
        <p:spPr>
          <a:xfrm>
            <a:off x="457200" y="2377440"/>
            <a:ext cx="822960" cy="64008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16-backward-checkpoint-4:1:11:text"/>
          <p:cNvSpPr/>
          <p:nvPr/>
        </p:nvSpPr>
        <p:spPr>
          <a:xfrm>
            <a:off x="530352" y="24231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s16-backward-checkpoint-4:1:12:line"/>
          <p:cNvSpPr/>
          <p:nvPr/>
        </p:nvSpPr>
        <p:spPr>
          <a:xfrm>
            <a:off x="1325880" y="2697480"/>
            <a:ext cx="41148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4" name="s16-backward-checkpoint-4:1:13:rect"/>
          <p:cNvSpPr/>
          <p:nvPr/>
        </p:nvSpPr>
        <p:spPr>
          <a:xfrm>
            <a:off x="1828800" y="2377440"/>
            <a:ext cx="114300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6-backward-checkpoint-4:1:14:text"/>
          <p:cNvSpPr/>
          <p:nvPr/>
        </p:nvSpPr>
        <p:spPr>
          <a:xfrm>
            <a:off x="1901952" y="2423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1800" dirty="0"/>
          </a:p>
        </p:txBody>
      </p:sp>
      <p:sp>
        <p:nvSpPr>
          <p:cNvPr id="16" name="s16-backward-checkpoint-4:1:15:line"/>
          <p:cNvSpPr/>
          <p:nvPr/>
        </p:nvSpPr>
        <p:spPr>
          <a:xfrm>
            <a:off x="3017520" y="2697480"/>
            <a:ext cx="54864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7" name="s16-backward-checkpoint-4:1:16:rect"/>
          <p:cNvSpPr/>
          <p:nvPr/>
        </p:nvSpPr>
        <p:spPr>
          <a:xfrm>
            <a:off x="3657600" y="237744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8" name="s16-backward-checkpoint-4:1:17:text"/>
          <p:cNvSpPr/>
          <p:nvPr/>
        </p:nvSpPr>
        <p:spPr>
          <a:xfrm>
            <a:off x="3730752" y="24231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9" name="s16-backward-checkpoint-4:1:18:line"/>
          <p:cNvSpPr/>
          <p:nvPr/>
        </p:nvSpPr>
        <p:spPr>
          <a:xfrm>
            <a:off x="5166360" y="2697480"/>
            <a:ext cx="59436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0" name="s16-backward-checkpoint-4:1:19:rect"/>
          <p:cNvSpPr/>
          <p:nvPr/>
        </p:nvSpPr>
        <p:spPr>
          <a:xfrm>
            <a:off x="5852160" y="2377440"/>
            <a:ext cx="114300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16-backward-checkpoint-4:1:20:text"/>
          <p:cNvSpPr/>
          <p:nvPr/>
        </p:nvSpPr>
        <p:spPr>
          <a:xfrm>
            <a:off x="5925312" y="2423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1800" dirty="0"/>
          </a:p>
        </p:txBody>
      </p:sp>
      <p:sp>
        <p:nvSpPr>
          <p:cNvPr id="22" name="s16-backward-checkpoint-4:1:21:line"/>
          <p:cNvSpPr/>
          <p:nvPr/>
        </p:nvSpPr>
        <p:spPr>
          <a:xfrm>
            <a:off x="7040880" y="2697480"/>
            <a:ext cx="7315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3" name="s16-backward-checkpoint-4:1:22:rect"/>
          <p:cNvSpPr/>
          <p:nvPr/>
        </p:nvSpPr>
        <p:spPr>
          <a:xfrm>
            <a:off x="7863840" y="2377440"/>
            <a:ext cx="822960" cy="64008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4" name="s16-backward-checkpoint-4:1:23:text"/>
          <p:cNvSpPr/>
          <p:nvPr/>
        </p:nvSpPr>
        <p:spPr>
          <a:xfrm>
            <a:off x="7936992" y="24231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800" dirty="0"/>
          </a:p>
        </p:txBody>
      </p:sp>
      <p:sp>
        <p:nvSpPr>
          <p:cNvPr id="25" name="s16-backward-checkpoint-4:1:24:text"/>
          <p:cNvSpPr/>
          <p:nvPr/>
        </p:nvSpPr>
        <p:spPr>
          <a:xfrm>
            <a:off x="45720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→</a:t>
            </a:r>
            <a:endParaRPr lang="en-US" sz="2200" dirty="0"/>
          </a:p>
        </p:txBody>
      </p:sp>
      <p:sp>
        <p:nvSpPr>
          <p:cNvPr id="26" name="s16-backward-checkpoint-4:1:25:text"/>
          <p:cNvSpPr/>
          <p:nvPr/>
        </p:nvSpPr>
        <p:spPr>
          <a:xfrm>
            <a:off x="2651760" y="16276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X、H、H′ 与各层权重</a:t>
            </a:r>
            <a:endParaRPr lang="en-US" sz="1800" dirty="0"/>
          </a:p>
        </p:txBody>
      </p:sp>
      <p:sp>
        <p:nvSpPr>
          <p:cNvPr id="27" name="s16-backward-checkpoint-4:2:26:rect"/>
          <p:cNvSpPr/>
          <p:nvPr/>
        </p:nvSpPr>
        <p:spPr>
          <a:xfrm>
            <a:off x="7452360" y="3703320"/>
            <a:ext cx="1188720" cy="594360"/>
          </a:xfrm>
          <a:prstGeom prst="rect">
            <a:avLst/>
          </a:prstGeom>
          <a:solidFill>
            <a:srgbClr val="FFF0E6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s16-backward-checkpoint-4:2:27:text"/>
          <p:cNvSpPr/>
          <p:nvPr/>
        </p:nvSpPr>
        <p:spPr>
          <a:xfrm>
            <a:off x="7525512" y="374904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后续模块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Loss</a:t>
            </a:r>
            <a:endParaRPr lang="en-US" sz="1350" dirty="0"/>
          </a:p>
        </p:txBody>
      </p:sp>
      <p:sp>
        <p:nvSpPr>
          <p:cNvPr id="29" name="s16-backward-checkpoint-4:2:28:line"/>
          <p:cNvSpPr/>
          <p:nvPr/>
        </p:nvSpPr>
        <p:spPr>
          <a:xfrm flipV="1">
            <a:off x="8275320" y="3127248"/>
            <a:ext cx="914" cy="484632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0" name="s16-backward-checkpoint-4:2:29:text"/>
          <p:cNvSpPr/>
          <p:nvPr/>
        </p:nvSpPr>
        <p:spPr>
          <a:xfrm>
            <a:off x="7132320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dQ</a:t>
            </a:r>
            <a:endParaRPr lang="en-US" sz="2000" dirty="0"/>
          </a:p>
        </p:txBody>
      </p:sp>
      <p:sp>
        <p:nvSpPr>
          <p:cNvPr id="31" name="s16-backward-checkpoint-4:3:30:text"/>
          <p:cNvSpPr/>
          <p:nvPr/>
        </p:nvSpPr>
        <p:spPr>
          <a:xfrm>
            <a:off x="54864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取回前向输入与权重</a:t>
            </a:r>
            <a:endParaRPr lang="en-US" sz="2000" dirty="0"/>
          </a:p>
        </p:txBody>
      </p:sp>
      <p:sp>
        <p:nvSpPr>
          <p:cNvPr id="32" name="s16-backward-checkpoint-4:4:31:line"/>
          <p:cNvSpPr/>
          <p:nvPr/>
        </p:nvSpPr>
        <p:spPr>
          <a:xfrm flipH="1">
            <a:off x="6355080" y="3474720"/>
            <a:ext cx="141732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3" name="s16-backward-checkpoint-4:4:32:line"/>
          <p:cNvSpPr/>
          <p:nvPr/>
        </p:nvSpPr>
        <p:spPr>
          <a:xfrm flipH="1">
            <a:off x="4389120" y="3474720"/>
            <a:ext cx="13716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4" name="s16-backward-checkpoint-4:4:33:line"/>
          <p:cNvSpPr/>
          <p:nvPr/>
        </p:nvSpPr>
        <p:spPr>
          <a:xfrm flipH="1">
            <a:off x="2377440" y="3474720"/>
            <a:ext cx="128016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5" name="s16-backward-checkpoint-4:4:34:line"/>
          <p:cNvSpPr/>
          <p:nvPr/>
        </p:nvSpPr>
        <p:spPr>
          <a:xfrm flipH="1">
            <a:off x="640080" y="3474720"/>
            <a:ext cx="11430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6" name="s16-backward-checkpoint-4:4:35:text"/>
          <p:cNvSpPr/>
          <p:nvPr/>
        </p:nvSpPr>
        <p:spPr>
          <a:xfrm>
            <a:off x="502920" y="3639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dX</a:t>
            </a:r>
            <a:endParaRPr lang="en-US" sz="2200" dirty="0"/>
          </a:p>
        </p:txBody>
      </p:sp>
      <p:sp>
        <p:nvSpPr>
          <p:cNvPr id="37" name="s16-backward-checkpoint-4:4:36:text"/>
          <p:cNvSpPr/>
          <p:nvPr/>
        </p:nvSpPr>
        <p:spPr>
          <a:xfrm>
            <a:off x="4480560" y="4206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Backward ←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-gradients-checkpoint-0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3–5 Weight / Input Gradient | Visual QA · Click 0/6</a:t>
            </a:r>
            <a:endParaRPr lang="en-US" sz="1050" dirty="0"/>
          </a:p>
        </p:txBody>
      </p:sp>
      <p:sp>
        <p:nvSpPr>
          <p:cNvPr id="3" name="s17-gradients-checkpoint-0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Linear 同时产生两种去向的 Gradient</a:t>
            </a:r>
            <a:endParaRPr lang="en-US" sz="2700" dirty="0"/>
          </a:p>
        </p:txBody>
      </p:sp>
      <p:sp>
        <p:nvSpPr>
          <p:cNvPr id="4" name="s17-gradients-checkpoint-0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7-gradients-checkpoint-0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7-gradients-checkpoint-0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7-gradients-checkpoint-0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7-gradients-checkpoint-0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7-gradients-checkpoint-0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7-gradients-checkpoint-0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22</a:t>
            </a:r>
            <a:endParaRPr lang="en-US" sz="1050" dirty="0"/>
          </a:p>
        </p:txBody>
      </p:sp>
      <p:sp>
        <p:nvSpPr>
          <p:cNvPr id="11" name="s17-gradients-checkpoint-0:0:10:text"/>
          <p:cNvSpPr/>
          <p:nvPr/>
        </p:nvSpPr>
        <p:spPr>
          <a:xfrm>
            <a:off x="5212080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H′ [1,1280]</a:t>
            </a:r>
            <a:endParaRPr lang="en-US" sz="1500" dirty="0"/>
          </a:p>
        </p:txBody>
      </p:sp>
      <p:sp>
        <p:nvSpPr>
          <p:cNvPr id="12" name="s17-gradients-checkpoint-0:0:11:text"/>
          <p:cNvSpPr/>
          <p:nvPr/>
        </p:nvSpPr>
        <p:spPr>
          <a:xfrm>
            <a:off x="5943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500" dirty="0"/>
          </a:p>
        </p:txBody>
      </p:sp>
      <p:sp>
        <p:nvSpPr>
          <p:cNvPr id="13" name="s17-gradients-checkpoint-0:0:12:rect"/>
          <p:cNvSpPr/>
          <p:nvPr/>
        </p:nvSpPr>
        <p:spPr>
          <a:xfrm>
            <a:off x="114300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17-gradients-checkpoint-0:0:13:text"/>
          <p:cNvSpPr/>
          <p:nvPr/>
        </p:nvSpPr>
        <p:spPr>
          <a:xfrm>
            <a:off x="121615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2000" dirty="0"/>
          </a:p>
        </p:txBody>
      </p:sp>
      <p:sp>
        <p:nvSpPr>
          <p:cNvPr id="15" name="s17-gradients-checkpoint-0:0:14:rect"/>
          <p:cNvSpPr/>
          <p:nvPr/>
        </p:nvSpPr>
        <p:spPr>
          <a:xfrm>
            <a:off x="3566160" y="2331720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6" name="s17-gradients-checkpoint-0:0:15:text"/>
          <p:cNvSpPr/>
          <p:nvPr/>
        </p:nvSpPr>
        <p:spPr>
          <a:xfrm>
            <a:off x="3639312" y="23774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7" name="s17-gradients-checkpoint-0:0:16:rect"/>
          <p:cNvSpPr/>
          <p:nvPr/>
        </p:nvSpPr>
        <p:spPr>
          <a:xfrm>
            <a:off x="621792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17-gradients-checkpoint-0:0:17:text"/>
          <p:cNvSpPr/>
          <p:nvPr/>
        </p:nvSpPr>
        <p:spPr>
          <a:xfrm>
            <a:off x="629107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-gradients-checkpoint-1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3–5 Weight / Input Gradient | Visual QA · Click 1/6</a:t>
            </a:r>
            <a:endParaRPr lang="en-US" sz="1050" dirty="0"/>
          </a:p>
        </p:txBody>
      </p:sp>
      <p:sp>
        <p:nvSpPr>
          <p:cNvPr id="3" name="s17-gradients-checkpoint-1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Linear 同时产生两种去向的 Gradient</a:t>
            </a:r>
            <a:endParaRPr lang="en-US" sz="2700" dirty="0"/>
          </a:p>
        </p:txBody>
      </p:sp>
      <p:sp>
        <p:nvSpPr>
          <p:cNvPr id="4" name="s17-gradients-checkpoint-1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7-gradients-checkpoint-1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7-gradients-checkpoint-1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7-gradients-checkpoint-1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7-gradients-checkpoint-1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7-gradients-checkpoint-1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7-gradients-checkpoint-1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22</a:t>
            </a:r>
            <a:endParaRPr lang="en-US" sz="1050" dirty="0"/>
          </a:p>
        </p:txBody>
      </p:sp>
      <p:sp>
        <p:nvSpPr>
          <p:cNvPr id="11" name="s17-gradients-checkpoint-1:0:10:text"/>
          <p:cNvSpPr/>
          <p:nvPr/>
        </p:nvSpPr>
        <p:spPr>
          <a:xfrm>
            <a:off x="5212080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H′ [1,1280]</a:t>
            </a:r>
            <a:endParaRPr lang="en-US" sz="1500" dirty="0"/>
          </a:p>
        </p:txBody>
      </p:sp>
      <p:sp>
        <p:nvSpPr>
          <p:cNvPr id="12" name="s17-gradients-checkpoint-1:0:11:text"/>
          <p:cNvSpPr/>
          <p:nvPr/>
        </p:nvSpPr>
        <p:spPr>
          <a:xfrm>
            <a:off x="5943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500" dirty="0"/>
          </a:p>
        </p:txBody>
      </p:sp>
      <p:sp>
        <p:nvSpPr>
          <p:cNvPr id="13" name="s17-gradients-checkpoint-1:0:12:rect"/>
          <p:cNvSpPr/>
          <p:nvPr/>
        </p:nvSpPr>
        <p:spPr>
          <a:xfrm>
            <a:off x="114300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17-gradients-checkpoint-1:0:13:text"/>
          <p:cNvSpPr/>
          <p:nvPr/>
        </p:nvSpPr>
        <p:spPr>
          <a:xfrm>
            <a:off x="121615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2000" dirty="0"/>
          </a:p>
        </p:txBody>
      </p:sp>
      <p:sp>
        <p:nvSpPr>
          <p:cNvPr id="15" name="s17-gradients-checkpoint-1:0:14:rect"/>
          <p:cNvSpPr/>
          <p:nvPr/>
        </p:nvSpPr>
        <p:spPr>
          <a:xfrm>
            <a:off x="3566160" y="2331720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6" name="s17-gradients-checkpoint-1:0:15:text"/>
          <p:cNvSpPr/>
          <p:nvPr/>
        </p:nvSpPr>
        <p:spPr>
          <a:xfrm>
            <a:off x="3639312" y="23774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7" name="s17-gradients-checkpoint-1:0:16:rect"/>
          <p:cNvSpPr/>
          <p:nvPr/>
        </p:nvSpPr>
        <p:spPr>
          <a:xfrm>
            <a:off x="621792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17-gradients-checkpoint-1:0:17:text"/>
          <p:cNvSpPr/>
          <p:nvPr/>
        </p:nvSpPr>
        <p:spPr>
          <a:xfrm>
            <a:off x="629107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2000" dirty="0"/>
          </a:p>
        </p:txBody>
      </p:sp>
      <p:sp>
        <p:nvSpPr>
          <p:cNvPr id="19" name="s17-gradients-checkpoint-1:1:18:line"/>
          <p:cNvSpPr/>
          <p:nvPr/>
        </p:nvSpPr>
        <p:spPr>
          <a:xfrm flipH="1">
            <a:off x="7680960" y="2628900"/>
            <a:ext cx="9144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0" name="s17-gradients-checkpoint-1:1:19:text"/>
          <p:cNvSpPr/>
          <p:nvPr/>
        </p:nvSpPr>
        <p:spPr>
          <a:xfrm>
            <a:off x="7909560" y="19933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-gradients-checkpoint-2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3–5 Weight / Input Gradient | Visual QA · Click 2/6</a:t>
            </a:r>
            <a:endParaRPr lang="en-US" sz="1050" dirty="0"/>
          </a:p>
        </p:txBody>
      </p:sp>
      <p:sp>
        <p:nvSpPr>
          <p:cNvPr id="3" name="s17-gradients-checkpoint-2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Linear 同时产生两种去向的 Gradient</a:t>
            </a:r>
            <a:endParaRPr lang="en-US" sz="2700" dirty="0"/>
          </a:p>
        </p:txBody>
      </p:sp>
      <p:sp>
        <p:nvSpPr>
          <p:cNvPr id="4" name="s17-gradients-checkpoint-2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7-gradients-checkpoint-2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7-gradients-checkpoint-2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7-gradients-checkpoint-2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7-gradients-checkpoint-2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7-gradients-checkpoint-2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7-gradients-checkpoint-2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22</a:t>
            </a:r>
            <a:endParaRPr lang="en-US" sz="1050" dirty="0"/>
          </a:p>
        </p:txBody>
      </p:sp>
      <p:sp>
        <p:nvSpPr>
          <p:cNvPr id="11" name="s17-gradients-checkpoint-2:0:10:text"/>
          <p:cNvSpPr/>
          <p:nvPr/>
        </p:nvSpPr>
        <p:spPr>
          <a:xfrm>
            <a:off x="5212080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H′ [1,1280]</a:t>
            </a:r>
            <a:endParaRPr lang="en-US" sz="1500" dirty="0"/>
          </a:p>
        </p:txBody>
      </p:sp>
      <p:sp>
        <p:nvSpPr>
          <p:cNvPr id="12" name="s17-gradients-checkpoint-2:0:11:text"/>
          <p:cNvSpPr/>
          <p:nvPr/>
        </p:nvSpPr>
        <p:spPr>
          <a:xfrm>
            <a:off x="5943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500" dirty="0"/>
          </a:p>
        </p:txBody>
      </p:sp>
      <p:sp>
        <p:nvSpPr>
          <p:cNvPr id="13" name="s17-gradients-checkpoint-2:0:12:rect"/>
          <p:cNvSpPr/>
          <p:nvPr/>
        </p:nvSpPr>
        <p:spPr>
          <a:xfrm>
            <a:off x="114300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17-gradients-checkpoint-2:0:13:text"/>
          <p:cNvSpPr/>
          <p:nvPr/>
        </p:nvSpPr>
        <p:spPr>
          <a:xfrm>
            <a:off x="121615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2000" dirty="0"/>
          </a:p>
        </p:txBody>
      </p:sp>
      <p:sp>
        <p:nvSpPr>
          <p:cNvPr id="15" name="s17-gradients-checkpoint-2:0:14:rect"/>
          <p:cNvSpPr/>
          <p:nvPr/>
        </p:nvSpPr>
        <p:spPr>
          <a:xfrm>
            <a:off x="3566160" y="2331720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6" name="s17-gradients-checkpoint-2:0:15:text"/>
          <p:cNvSpPr/>
          <p:nvPr/>
        </p:nvSpPr>
        <p:spPr>
          <a:xfrm>
            <a:off x="3639312" y="23774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7" name="s17-gradients-checkpoint-2:0:16:rect"/>
          <p:cNvSpPr/>
          <p:nvPr/>
        </p:nvSpPr>
        <p:spPr>
          <a:xfrm>
            <a:off x="621792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17-gradients-checkpoint-2:0:17:text"/>
          <p:cNvSpPr/>
          <p:nvPr/>
        </p:nvSpPr>
        <p:spPr>
          <a:xfrm>
            <a:off x="629107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2000" dirty="0"/>
          </a:p>
        </p:txBody>
      </p:sp>
      <p:sp>
        <p:nvSpPr>
          <p:cNvPr id="19" name="s17-gradients-checkpoint-2:1:18:line"/>
          <p:cNvSpPr/>
          <p:nvPr/>
        </p:nvSpPr>
        <p:spPr>
          <a:xfrm flipH="1">
            <a:off x="7680960" y="2628900"/>
            <a:ext cx="9144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0" name="s17-gradients-checkpoint-2:1:19:text"/>
          <p:cNvSpPr/>
          <p:nvPr/>
        </p:nvSpPr>
        <p:spPr>
          <a:xfrm>
            <a:off x="7909560" y="19933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2200" dirty="0"/>
          </a:p>
        </p:txBody>
      </p:sp>
      <p:sp>
        <p:nvSpPr>
          <p:cNvPr id="21" name="s17-gradients-checkpoint-2:2:20:line"/>
          <p:cNvSpPr/>
          <p:nvPr/>
        </p:nvSpPr>
        <p:spPr>
          <a:xfrm flipV="1">
            <a:off x="6903720" y="2075688"/>
            <a:ext cx="914" cy="210312"/>
          </a:xfrm>
          <a:prstGeom prst="line">
            <a:avLst/>
          </a:prstGeom>
          <a:noFill/>
          <a:ln w="3175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22" name="s17-gradients-checkpoint-2:2:21:text"/>
          <p:cNvSpPr/>
          <p:nvPr/>
        </p:nvSpPr>
        <p:spPr>
          <a:xfrm>
            <a:off x="512064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dW_QB = H′ᵀ dQ</a:t>
            </a:r>
            <a:endParaRPr lang="en-US" sz="1900" dirty="0"/>
          </a:p>
        </p:txBody>
      </p:sp>
      <p:sp>
        <p:nvSpPr>
          <p:cNvPr id="23" name="s17-gradients-checkpoint-2:2:22:text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[1280,1] × [1,32768] → [1280,32768]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-gradients-checkpoint-3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3–5 Weight / Input Gradient | Visual QA · Click 3/6</a:t>
            </a:r>
            <a:endParaRPr lang="en-US" sz="1050" dirty="0"/>
          </a:p>
        </p:txBody>
      </p:sp>
      <p:sp>
        <p:nvSpPr>
          <p:cNvPr id="3" name="s17-gradients-checkpoint-3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Linear 同时产生两种去向的 Gradient</a:t>
            </a:r>
            <a:endParaRPr lang="en-US" sz="2700" dirty="0"/>
          </a:p>
        </p:txBody>
      </p:sp>
      <p:sp>
        <p:nvSpPr>
          <p:cNvPr id="4" name="s17-gradients-checkpoint-3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7-gradients-checkpoint-3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7-gradients-checkpoint-3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7-gradients-checkpoint-3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7-gradients-checkpoint-3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7-gradients-checkpoint-3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7-gradients-checkpoint-3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22</a:t>
            </a:r>
            <a:endParaRPr lang="en-US" sz="1050" dirty="0"/>
          </a:p>
        </p:txBody>
      </p:sp>
      <p:sp>
        <p:nvSpPr>
          <p:cNvPr id="11" name="s17-gradients-checkpoint-3:0:10:text"/>
          <p:cNvSpPr/>
          <p:nvPr/>
        </p:nvSpPr>
        <p:spPr>
          <a:xfrm>
            <a:off x="5212080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H′ [1,1280]</a:t>
            </a:r>
            <a:endParaRPr lang="en-US" sz="1500" dirty="0"/>
          </a:p>
        </p:txBody>
      </p:sp>
      <p:sp>
        <p:nvSpPr>
          <p:cNvPr id="12" name="s17-gradients-checkpoint-3:0:11:text"/>
          <p:cNvSpPr/>
          <p:nvPr/>
        </p:nvSpPr>
        <p:spPr>
          <a:xfrm>
            <a:off x="5943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500" dirty="0"/>
          </a:p>
        </p:txBody>
      </p:sp>
      <p:sp>
        <p:nvSpPr>
          <p:cNvPr id="13" name="s17-gradients-checkpoint-3:0:12:rect"/>
          <p:cNvSpPr/>
          <p:nvPr/>
        </p:nvSpPr>
        <p:spPr>
          <a:xfrm>
            <a:off x="114300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17-gradients-checkpoint-3:0:13:text"/>
          <p:cNvSpPr/>
          <p:nvPr/>
        </p:nvSpPr>
        <p:spPr>
          <a:xfrm>
            <a:off x="121615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2000" dirty="0"/>
          </a:p>
        </p:txBody>
      </p:sp>
      <p:sp>
        <p:nvSpPr>
          <p:cNvPr id="15" name="s17-gradients-checkpoint-3:0:14:rect"/>
          <p:cNvSpPr/>
          <p:nvPr/>
        </p:nvSpPr>
        <p:spPr>
          <a:xfrm>
            <a:off x="3566160" y="2331720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6" name="s17-gradients-checkpoint-3:0:15:text"/>
          <p:cNvSpPr/>
          <p:nvPr/>
        </p:nvSpPr>
        <p:spPr>
          <a:xfrm>
            <a:off x="3639312" y="23774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7" name="s17-gradients-checkpoint-3:0:16:rect"/>
          <p:cNvSpPr/>
          <p:nvPr/>
        </p:nvSpPr>
        <p:spPr>
          <a:xfrm>
            <a:off x="621792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17-gradients-checkpoint-3:0:17:text"/>
          <p:cNvSpPr/>
          <p:nvPr/>
        </p:nvSpPr>
        <p:spPr>
          <a:xfrm>
            <a:off x="629107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2000" dirty="0"/>
          </a:p>
        </p:txBody>
      </p:sp>
      <p:sp>
        <p:nvSpPr>
          <p:cNvPr id="19" name="s17-gradients-checkpoint-3:1:18:line"/>
          <p:cNvSpPr/>
          <p:nvPr/>
        </p:nvSpPr>
        <p:spPr>
          <a:xfrm flipH="1">
            <a:off x="7680960" y="2628900"/>
            <a:ext cx="9144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0" name="s17-gradients-checkpoint-3:1:19:text"/>
          <p:cNvSpPr/>
          <p:nvPr/>
        </p:nvSpPr>
        <p:spPr>
          <a:xfrm>
            <a:off x="7909560" y="19933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2200" dirty="0"/>
          </a:p>
        </p:txBody>
      </p:sp>
      <p:sp>
        <p:nvSpPr>
          <p:cNvPr id="21" name="s17-gradients-checkpoint-3:2:20:line"/>
          <p:cNvSpPr/>
          <p:nvPr/>
        </p:nvSpPr>
        <p:spPr>
          <a:xfrm flipV="1">
            <a:off x="6903720" y="2075688"/>
            <a:ext cx="914" cy="210312"/>
          </a:xfrm>
          <a:prstGeom prst="line">
            <a:avLst/>
          </a:prstGeom>
          <a:noFill/>
          <a:ln w="3175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22" name="s17-gradients-checkpoint-3:2:21:text"/>
          <p:cNvSpPr/>
          <p:nvPr/>
        </p:nvSpPr>
        <p:spPr>
          <a:xfrm>
            <a:off x="512064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dW_QB = H′ᵀ dQ</a:t>
            </a:r>
            <a:endParaRPr lang="en-US" sz="1900" dirty="0"/>
          </a:p>
        </p:txBody>
      </p:sp>
      <p:sp>
        <p:nvSpPr>
          <p:cNvPr id="23" name="s17-gradients-checkpoint-3:2:22:text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[1280,1] × [1,32768] → [1280,32768]</a:t>
            </a:r>
            <a:endParaRPr lang="en-US" sz="1350" dirty="0"/>
          </a:p>
        </p:txBody>
      </p:sp>
      <p:sp>
        <p:nvSpPr>
          <p:cNvPr id="24" name="s17-gradients-checkpoint-3:3:23:line"/>
          <p:cNvSpPr/>
          <p:nvPr/>
        </p:nvSpPr>
        <p:spPr>
          <a:xfrm flipH="1">
            <a:off x="5166360" y="2628900"/>
            <a:ext cx="96012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5" name="s17-gradients-checkpoint-3:3:24:text"/>
          <p:cNvSpPr/>
          <p:nvPr/>
        </p:nvSpPr>
        <p:spPr>
          <a:xfrm>
            <a:off x="5166360" y="3767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dH′ = dQ W_QBᵀ</a:t>
            </a:r>
            <a:endParaRPr lang="en-US" sz="1800" dirty="0"/>
          </a:p>
        </p:txBody>
      </p:sp>
      <p:sp>
        <p:nvSpPr>
          <p:cNvPr id="26" name="s17-gradients-checkpoint-3:3:25:text"/>
          <p:cNvSpPr/>
          <p:nvPr/>
        </p:nvSpPr>
        <p:spPr>
          <a:xfrm>
            <a:off x="502920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[1,32768] × [32768,1280] → [1,1280]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-gradients-checkpoint-4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3–5 Weight / Input Gradient | Visual QA · Click 4/6</a:t>
            </a:r>
            <a:endParaRPr lang="en-US" sz="1050" dirty="0"/>
          </a:p>
        </p:txBody>
      </p:sp>
      <p:sp>
        <p:nvSpPr>
          <p:cNvPr id="3" name="s17-gradients-checkpoint-4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Linear 同时产生两种去向的 Gradient</a:t>
            </a:r>
            <a:endParaRPr lang="en-US" sz="2700" dirty="0"/>
          </a:p>
        </p:txBody>
      </p:sp>
      <p:sp>
        <p:nvSpPr>
          <p:cNvPr id="4" name="s17-gradients-checkpoint-4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7-gradients-checkpoint-4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7-gradients-checkpoint-4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7-gradients-checkpoint-4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7-gradients-checkpoint-4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7-gradients-checkpoint-4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7-gradients-checkpoint-4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22</a:t>
            </a:r>
            <a:endParaRPr lang="en-US" sz="1050" dirty="0"/>
          </a:p>
        </p:txBody>
      </p:sp>
      <p:sp>
        <p:nvSpPr>
          <p:cNvPr id="11" name="s17-gradients-checkpoint-4:0:10:text"/>
          <p:cNvSpPr/>
          <p:nvPr/>
        </p:nvSpPr>
        <p:spPr>
          <a:xfrm>
            <a:off x="5212080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H′ [1,1280]</a:t>
            </a:r>
            <a:endParaRPr lang="en-US" sz="1500" dirty="0"/>
          </a:p>
        </p:txBody>
      </p:sp>
      <p:sp>
        <p:nvSpPr>
          <p:cNvPr id="12" name="s17-gradients-checkpoint-4:0:11:text"/>
          <p:cNvSpPr/>
          <p:nvPr/>
        </p:nvSpPr>
        <p:spPr>
          <a:xfrm>
            <a:off x="5943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500" dirty="0"/>
          </a:p>
        </p:txBody>
      </p:sp>
      <p:sp>
        <p:nvSpPr>
          <p:cNvPr id="13" name="s17-gradients-checkpoint-4:0:12:rect"/>
          <p:cNvSpPr/>
          <p:nvPr/>
        </p:nvSpPr>
        <p:spPr>
          <a:xfrm>
            <a:off x="114300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17-gradients-checkpoint-4:0:13:text"/>
          <p:cNvSpPr/>
          <p:nvPr/>
        </p:nvSpPr>
        <p:spPr>
          <a:xfrm>
            <a:off x="121615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2000" dirty="0"/>
          </a:p>
        </p:txBody>
      </p:sp>
      <p:sp>
        <p:nvSpPr>
          <p:cNvPr id="15" name="s17-gradients-checkpoint-4:0:14:rect"/>
          <p:cNvSpPr/>
          <p:nvPr/>
        </p:nvSpPr>
        <p:spPr>
          <a:xfrm>
            <a:off x="3566160" y="2331720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6" name="s17-gradients-checkpoint-4:0:15:text"/>
          <p:cNvSpPr/>
          <p:nvPr/>
        </p:nvSpPr>
        <p:spPr>
          <a:xfrm>
            <a:off x="3639312" y="23774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7" name="s17-gradients-checkpoint-4:0:16:rect"/>
          <p:cNvSpPr/>
          <p:nvPr/>
        </p:nvSpPr>
        <p:spPr>
          <a:xfrm>
            <a:off x="621792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17-gradients-checkpoint-4:0:17:text"/>
          <p:cNvSpPr/>
          <p:nvPr/>
        </p:nvSpPr>
        <p:spPr>
          <a:xfrm>
            <a:off x="629107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2000" dirty="0"/>
          </a:p>
        </p:txBody>
      </p:sp>
      <p:sp>
        <p:nvSpPr>
          <p:cNvPr id="19" name="s17-gradients-checkpoint-4:1:18:line"/>
          <p:cNvSpPr/>
          <p:nvPr/>
        </p:nvSpPr>
        <p:spPr>
          <a:xfrm flipH="1">
            <a:off x="7680960" y="2628900"/>
            <a:ext cx="9144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0" name="s17-gradients-checkpoint-4:1:19:text"/>
          <p:cNvSpPr/>
          <p:nvPr/>
        </p:nvSpPr>
        <p:spPr>
          <a:xfrm>
            <a:off x="7909560" y="19933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2200" dirty="0"/>
          </a:p>
        </p:txBody>
      </p:sp>
      <p:sp>
        <p:nvSpPr>
          <p:cNvPr id="21" name="s17-gradients-checkpoint-4:2:20:line"/>
          <p:cNvSpPr/>
          <p:nvPr/>
        </p:nvSpPr>
        <p:spPr>
          <a:xfrm flipV="1">
            <a:off x="6903720" y="2075688"/>
            <a:ext cx="914" cy="210312"/>
          </a:xfrm>
          <a:prstGeom prst="line">
            <a:avLst/>
          </a:prstGeom>
          <a:noFill/>
          <a:ln w="3175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22" name="s17-gradients-checkpoint-4:2:21:text"/>
          <p:cNvSpPr/>
          <p:nvPr/>
        </p:nvSpPr>
        <p:spPr>
          <a:xfrm>
            <a:off x="512064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dW_QB = H′ᵀ dQ</a:t>
            </a:r>
            <a:endParaRPr lang="en-US" sz="1900" dirty="0"/>
          </a:p>
        </p:txBody>
      </p:sp>
      <p:sp>
        <p:nvSpPr>
          <p:cNvPr id="23" name="s17-gradients-checkpoint-4:2:22:text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[1280,1] × [1,32768] → [1280,32768]</a:t>
            </a:r>
            <a:endParaRPr lang="en-US" sz="1350" dirty="0"/>
          </a:p>
        </p:txBody>
      </p:sp>
      <p:sp>
        <p:nvSpPr>
          <p:cNvPr id="24" name="s17-gradients-checkpoint-4:3:23:line"/>
          <p:cNvSpPr/>
          <p:nvPr/>
        </p:nvSpPr>
        <p:spPr>
          <a:xfrm flipH="1">
            <a:off x="5166360" y="2628900"/>
            <a:ext cx="96012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5" name="s17-gradients-checkpoint-4:3:24:text"/>
          <p:cNvSpPr/>
          <p:nvPr/>
        </p:nvSpPr>
        <p:spPr>
          <a:xfrm>
            <a:off x="5166360" y="3767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dH′ = dQ W_QBᵀ</a:t>
            </a:r>
            <a:endParaRPr lang="en-US" sz="1800" dirty="0"/>
          </a:p>
        </p:txBody>
      </p:sp>
      <p:sp>
        <p:nvSpPr>
          <p:cNvPr id="26" name="s17-gradients-checkpoint-4:3:25:text"/>
          <p:cNvSpPr/>
          <p:nvPr/>
        </p:nvSpPr>
        <p:spPr>
          <a:xfrm>
            <a:off x="502920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[1,32768] × [32768,1280] → [1,1280]</a:t>
            </a:r>
            <a:endParaRPr lang="en-US" sz="1300" dirty="0"/>
          </a:p>
        </p:txBody>
      </p:sp>
      <p:sp>
        <p:nvSpPr>
          <p:cNvPr id="27" name="s17-gradients-checkpoint-4:4:26:line"/>
          <p:cNvSpPr/>
          <p:nvPr/>
        </p:nvSpPr>
        <p:spPr>
          <a:xfrm flipH="1">
            <a:off x="2606040" y="2628900"/>
            <a:ext cx="86868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8" name="s17-gradients-checkpoint-4:4:27:text"/>
          <p:cNvSpPr/>
          <p:nvPr/>
        </p:nvSpPr>
        <p:spPr>
          <a:xfrm>
            <a:off x="333756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dH′ → dH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-gradients-checkpoint-5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3–5 Weight / Input Gradient | Visual QA · Click 5/6</a:t>
            </a:r>
            <a:endParaRPr lang="en-US" sz="1050" dirty="0"/>
          </a:p>
        </p:txBody>
      </p:sp>
      <p:sp>
        <p:nvSpPr>
          <p:cNvPr id="3" name="s17-gradients-checkpoint-5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Linear 同时产生两种去向的 Gradient</a:t>
            </a:r>
            <a:endParaRPr lang="en-US" sz="2700" dirty="0"/>
          </a:p>
        </p:txBody>
      </p:sp>
      <p:sp>
        <p:nvSpPr>
          <p:cNvPr id="4" name="s17-gradients-checkpoint-5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7-gradients-checkpoint-5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7-gradients-checkpoint-5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7-gradients-checkpoint-5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7-gradients-checkpoint-5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7-gradients-checkpoint-5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7-gradients-checkpoint-5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22</a:t>
            </a:r>
            <a:endParaRPr lang="en-US" sz="1050" dirty="0"/>
          </a:p>
        </p:txBody>
      </p:sp>
      <p:sp>
        <p:nvSpPr>
          <p:cNvPr id="11" name="s17-gradients-checkpoint-5:0:10:text"/>
          <p:cNvSpPr/>
          <p:nvPr/>
        </p:nvSpPr>
        <p:spPr>
          <a:xfrm>
            <a:off x="5212080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H′ [1,1280]</a:t>
            </a:r>
            <a:endParaRPr lang="en-US" sz="1500" dirty="0"/>
          </a:p>
        </p:txBody>
      </p:sp>
      <p:sp>
        <p:nvSpPr>
          <p:cNvPr id="12" name="s17-gradients-checkpoint-5:0:11:text"/>
          <p:cNvSpPr/>
          <p:nvPr/>
        </p:nvSpPr>
        <p:spPr>
          <a:xfrm>
            <a:off x="5943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500" dirty="0"/>
          </a:p>
        </p:txBody>
      </p:sp>
      <p:sp>
        <p:nvSpPr>
          <p:cNvPr id="13" name="s17-gradients-checkpoint-5:0:12:rect"/>
          <p:cNvSpPr/>
          <p:nvPr/>
        </p:nvSpPr>
        <p:spPr>
          <a:xfrm>
            <a:off x="114300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17-gradients-checkpoint-5:0:13:text"/>
          <p:cNvSpPr/>
          <p:nvPr/>
        </p:nvSpPr>
        <p:spPr>
          <a:xfrm>
            <a:off x="121615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2000" dirty="0"/>
          </a:p>
        </p:txBody>
      </p:sp>
      <p:sp>
        <p:nvSpPr>
          <p:cNvPr id="15" name="s17-gradients-checkpoint-5:0:14:rect"/>
          <p:cNvSpPr/>
          <p:nvPr/>
        </p:nvSpPr>
        <p:spPr>
          <a:xfrm>
            <a:off x="3566160" y="2331720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6" name="s17-gradients-checkpoint-5:0:15:text"/>
          <p:cNvSpPr/>
          <p:nvPr/>
        </p:nvSpPr>
        <p:spPr>
          <a:xfrm>
            <a:off x="3639312" y="23774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7" name="s17-gradients-checkpoint-5:0:16:rect"/>
          <p:cNvSpPr/>
          <p:nvPr/>
        </p:nvSpPr>
        <p:spPr>
          <a:xfrm>
            <a:off x="621792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17-gradients-checkpoint-5:0:17:text"/>
          <p:cNvSpPr/>
          <p:nvPr/>
        </p:nvSpPr>
        <p:spPr>
          <a:xfrm>
            <a:off x="629107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2000" dirty="0"/>
          </a:p>
        </p:txBody>
      </p:sp>
      <p:sp>
        <p:nvSpPr>
          <p:cNvPr id="19" name="s17-gradients-checkpoint-5:1:18:line"/>
          <p:cNvSpPr/>
          <p:nvPr/>
        </p:nvSpPr>
        <p:spPr>
          <a:xfrm flipH="1">
            <a:off x="7680960" y="2628900"/>
            <a:ext cx="9144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0" name="s17-gradients-checkpoint-5:1:19:text"/>
          <p:cNvSpPr/>
          <p:nvPr/>
        </p:nvSpPr>
        <p:spPr>
          <a:xfrm>
            <a:off x="7909560" y="19933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2200" dirty="0"/>
          </a:p>
        </p:txBody>
      </p:sp>
      <p:sp>
        <p:nvSpPr>
          <p:cNvPr id="21" name="s17-gradients-checkpoint-5:2:20:line"/>
          <p:cNvSpPr/>
          <p:nvPr/>
        </p:nvSpPr>
        <p:spPr>
          <a:xfrm flipV="1">
            <a:off x="6903720" y="2075688"/>
            <a:ext cx="914" cy="210312"/>
          </a:xfrm>
          <a:prstGeom prst="line">
            <a:avLst/>
          </a:prstGeom>
          <a:noFill/>
          <a:ln w="3175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22" name="s17-gradients-checkpoint-5:2:21:text"/>
          <p:cNvSpPr/>
          <p:nvPr/>
        </p:nvSpPr>
        <p:spPr>
          <a:xfrm>
            <a:off x="512064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dW_QB = H′ᵀ dQ</a:t>
            </a:r>
            <a:endParaRPr lang="en-US" sz="1900" dirty="0"/>
          </a:p>
        </p:txBody>
      </p:sp>
      <p:sp>
        <p:nvSpPr>
          <p:cNvPr id="23" name="s17-gradients-checkpoint-5:2:22:text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[1280,1] × [1,32768] → [1280,32768]</a:t>
            </a:r>
            <a:endParaRPr lang="en-US" sz="1350" dirty="0"/>
          </a:p>
        </p:txBody>
      </p:sp>
      <p:sp>
        <p:nvSpPr>
          <p:cNvPr id="24" name="s17-gradients-checkpoint-5:3:23:line"/>
          <p:cNvSpPr/>
          <p:nvPr/>
        </p:nvSpPr>
        <p:spPr>
          <a:xfrm flipH="1">
            <a:off x="5166360" y="2628900"/>
            <a:ext cx="96012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5" name="s17-gradients-checkpoint-5:3:24:text"/>
          <p:cNvSpPr/>
          <p:nvPr/>
        </p:nvSpPr>
        <p:spPr>
          <a:xfrm>
            <a:off x="5166360" y="3767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dH′ = dQ W_QBᵀ</a:t>
            </a:r>
            <a:endParaRPr lang="en-US" sz="1800" dirty="0"/>
          </a:p>
        </p:txBody>
      </p:sp>
      <p:sp>
        <p:nvSpPr>
          <p:cNvPr id="26" name="s17-gradients-checkpoint-5:3:25:text"/>
          <p:cNvSpPr/>
          <p:nvPr/>
        </p:nvSpPr>
        <p:spPr>
          <a:xfrm>
            <a:off x="502920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[1,32768] × [32768,1280] → [1,1280]</a:t>
            </a:r>
            <a:endParaRPr lang="en-US" sz="1300" dirty="0"/>
          </a:p>
        </p:txBody>
      </p:sp>
      <p:sp>
        <p:nvSpPr>
          <p:cNvPr id="27" name="s17-gradients-checkpoint-5:4:26:line"/>
          <p:cNvSpPr/>
          <p:nvPr/>
        </p:nvSpPr>
        <p:spPr>
          <a:xfrm flipH="1">
            <a:off x="2606040" y="2628900"/>
            <a:ext cx="86868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8" name="s17-gradients-checkpoint-5:4:27:text"/>
          <p:cNvSpPr/>
          <p:nvPr/>
        </p:nvSpPr>
        <p:spPr>
          <a:xfrm>
            <a:off x="333756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dH′ → dH</a:t>
            </a:r>
            <a:endParaRPr lang="en-US" sz="1700" dirty="0"/>
          </a:p>
        </p:txBody>
      </p:sp>
      <p:sp>
        <p:nvSpPr>
          <p:cNvPr id="29" name="s17-gradients-checkpoint-5:5:28:line"/>
          <p:cNvSpPr/>
          <p:nvPr/>
        </p:nvSpPr>
        <p:spPr>
          <a:xfrm flipV="1">
            <a:off x="1828800" y="2075688"/>
            <a:ext cx="914" cy="210312"/>
          </a:xfrm>
          <a:prstGeom prst="line">
            <a:avLst/>
          </a:prstGeom>
          <a:noFill/>
          <a:ln w="3175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30" name="s17-gradients-checkpoint-5:5:29:text"/>
          <p:cNvSpPr/>
          <p:nvPr/>
        </p:nvSpPr>
        <p:spPr>
          <a:xfrm>
            <a:off x="5029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dW_QA = Xᵀ dH</a:t>
            </a:r>
            <a:endParaRPr lang="en-US" sz="1900" dirty="0"/>
          </a:p>
        </p:txBody>
      </p:sp>
      <p:sp>
        <p:nvSpPr>
          <p:cNvPr id="31" name="s17-gradients-checkpoint-5:5:30:text"/>
          <p:cNvSpPr/>
          <p:nvPr/>
        </p:nvSpPr>
        <p:spPr>
          <a:xfrm>
            <a:off x="5029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[5120,1] × [1,1280] → [5120,1280]</a:t>
            </a:r>
            <a:endParaRPr lang="en-US" sz="1350" dirty="0"/>
          </a:p>
        </p:txBody>
      </p:sp>
      <p:sp>
        <p:nvSpPr>
          <p:cNvPr id="32" name="s17-gradients-checkpoint-5:5:31:text"/>
          <p:cNvSpPr/>
          <p:nvPr/>
        </p:nvSpPr>
        <p:spPr>
          <a:xfrm>
            <a:off x="502920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dX = dH W_QAᵀ</a:t>
            </a:r>
            <a:endParaRPr lang="en-US" sz="1800" dirty="0"/>
          </a:p>
        </p:txBody>
      </p:sp>
      <p:sp>
        <p:nvSpPr>
          <p:cNvPr id="33" name="s17-gradients-checkpoint-5:5:32:text"/>
          <p:cNvSpPr/>
          <p:nvPr/>
        </p:nvSpPr>
        <p:spPr>
          <a:xfrm>
            <a:off x="502920" y="4114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[1,1280] × [1280,5120] → [1,5120]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-gradients-checkpoint-6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3–5 Weight / Input Gradient | Visual QA · Click 6/6</a:t>
            </a:r>
            <a:endParaRPr lang="en-US" sz="1050" dirty="0"/>
          </a:p>
        </p:txBody>
      </p:sp>
      <p:sp>
        <p:nvSpPr>
          <p:cNvPr id="3" name="s17-gradients-checkpoint-6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Linear 同时产生两种去向的 Gradient</a:t>
            </a:r>
            <a:endParaRPr lang="en-US" sz="2700" dirty="0"/>
          </a:p>
        </p:txBody>
      </p:sp>
      <p:sp>
        <p:nvSpPr>
          <p:cNvPr id="4" name="s17-gradients-checkpoint-6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7-gradients-checkpoint-6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7-gradients-checkpoint-6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7-gradients-checkpoint-6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7-gradients-checkpoint-6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7-gradients-checkpoint-6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7-gradients-checkpoint-6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22</a:t>
            </a:r>
            <a:endParaRPr lang="en-US" sz="1050" dirty="0"/>
          </a:p>
        </p:txBody>
      </p:sp>
      <p:sp>
        <p:nvSpPr>
          <p:cNvPr id="11" name="s17-gradients-checkpoint-6:0:10:text"/>
          <p:cNvSpPr/>
          <p:nvPr/>
        </p:nvSpPr>
        <p:spPr>
          <a:xfrm>
            <a:off x="5212080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H′ [1,1280]</a:t>
            </a:r>
            <a:endParaRPr lang="en-US" sz="1500" dirty="0"/>
          </a:p>
        </p:txBody>
      </p:sp>
      <p:sp>
        <p:nvSpPr>
          <p:cNvPr id="12" name="s17-gradients-checkpoint-6:0:11:text"/>
          <p:cNvSpPr/>
          <p:nvPr/>
        </p:nvSpPr>
        <p:spPr>
          <a:xfrm>
            <a:off x="5943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500" dirty="0"/>
          </a:p>
        </p:txBody>
      </p:sp>
      <p:sp>
        <p:nvSpPr>
          <p:cNvPr id="13" name="s17-gradients-checkpoint-6:0:12:rect"/>
          <p:cNvSpPr/>
          <p:nvPr/>
        </p:nvSpPr>
        <p:spPr>
          <a:xfrm>
            <a:off x="114300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17-gradients-checkpoint-6:0:13:text"/>
          <p:cNvSpPr/>
          <p:nvPr/>
        </p:nvSpPr>
        <p:spPr>
          <a:xfrm>
            <a:off x="121615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2000" dirty="0"/>
          </a:p>
        </p:txBody>
      </p:sp>
      <p:sp>
        <p:nvSpPr>
          <p:cNvPr id="15" name="s17-gradients-checkpoint-6:0:14:rect"/>
          <p:cNvSpPr/>
          <p:nvPr/>
        </p:nvSpPr>
        <p:spPr>
          <a:xfrm>
            <a:off x="3566160" y="2331720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6" name="s17-gradients-checkpoint-6:0:15:text"/>
          <p:cNvSpPr/>
          <p:nvPr/>
        </p:nvSpPr>
        <p:spPr>
          <a:xfrm>
            <a:off x="3639312" y="23774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7" name="s17-gradients-checkpoint-6:0:16:rect"/>
          <p:cNvSpPr/>
          <p:nvPr/>
        </p:nvSpPr>
        <p:spPr>
          <a:xfrm>
            <a:off x="621792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17-gradients-checkpoint-6:0:17:text"/>
          <p:cNvSpPr/>
          <p:nvPr/>
        </p:nvSpPr>
        <p:spPr>
          <a:xfrm>
            <a:off x="629107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2000" dirty="0"/>
          </a:p>
        </p:txBody>
      </p:sp>
      <p:sp>
        <p:nvSpPr>
          <p:cNvPr id="19" name="s17-gradients-checkpoint-6:1:18:line"/>
          <p:cNvSpPr/>
          <p:nvPr/>
        </p:nvSpPr>
        <p:spPr>
          <a:xfrm flipH="1">
            <a:off x="7680960" y="2628900"/>
            <a:ext cx="9144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0" name="s17-gradients-checkpoint-6:1:19:text"/>
          <p:cNvSpPr/>
          <p:nvPr/>
        </p:nvSpPr>
        <p:spPr>
          <a:xfrm>
            <a:off x="7909560" y="19933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2200" dirty="0"/>
          </a:p>
        </p:txBody>
      </p:sp>
      <p:sp>
        <p:nvSpPr>
          <p:cNvPr id="21" name="s17-gradients-checkpoint-6:2:20:line"/>
          <p:cNvSpPr/>
          <p:nvPr/>
        </p:nvSpPr>
        <p:spPr>
          <a:xfrm flipV="1">
            <a:off x="6903720" y="2075688"/>
            <a:ext cx="914" cy="210312"/>
          </a:xfrm>
          <a:prstGeom prst="line">
            <a:avLst/>
          </a:prstGeom>
          <a:noFill/>
          <a:ln w="3175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22" name="s17-gradients-checkpoint-6:2:21:text"/>
          <p:cNvSpPr/>
          <p:nvPr/>
        </p:nvSpPr>
        <p:spPr>
          <a:xfrm>
            <a:off x="512064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dW_QB = H′ᵀ dQ</a:t>
            </a:r>
            <a:endParaRPr lang="en-US" sz="1900" dirty="0"/>
          </a:p>
        </p:txBody>
      </p:sp>
      <p:sp>
        <p:nvSpPr>
          <p:cNvPr id="23" name="s17-gradients-checkpoint-6:2:22:text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[1280,1] × [1,32768] → [1280,32768]</a:t>
            </a:r>
            <a:endParaRPr lang="en-US" sz="1350" dirty="0"/>
          </a:p>
        </p:txBody>
      </p:sp>
      <p:sp>
        <p:nvSpPr>
          <p:cNvPr id="24" name="s17-gradients-checkpoint-6:3:23:line"/>
          <p:cNvSpPr/>
          <p:nvPr/>
        </p:nvSpPr>
        <p:spPr>
          <a:xfrm flipH="1">
            <a:off x="5166360" y="2628900"/>
            <a:ext cx="96012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5" name="s17-gradients-checkpoint-6:3:24:text"/>
          <p:cNvSpPr/>
          <p:nvPr/>
        </p:nvSpPr>
        <p:spPr>
          <a:xfrm>
            <a:off x="5166360" y="3767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dH′ = dQ W_QBᵀ</a:t>
            </a:r>
            <a:endParaRPr lang="en-US" sz="1800" dirty="0"/>
          </a:p>
        </p:txBody>
      </p:sp>
      <p:sp>
        <p:nvSpPr>
          <p:cNvPr id="26" name="s17-gradients-checkpoint-6:3:25:text"/>
          <p:cNvSpPr/>
          <p:nvPr/>
        </p:nvSpPr>
        <p:spPr>
          <a:xfrm>
            <a:off x="502920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[1,32768] × [32768,1280] → [1,1280]</a:t>
            </a:r>
            <a:endParaRPr lang="en-US" sz="1300" dirty="0"/>
          </a:p>
        </p:txBody>
      </p:sp>
      <p:sp>
        <p:nvSpPr>
          <p:cNvPr id="27" name="s17-gradients-checkpoint-6:4:26:line"/>
          <p:cNvSpPr/>
          <p:nvPr/>
        </p:nvSpPr>
        <p:spPr>
          <a:xfrm flipH="1">
            <a:off x="2606040" y="2628900"/>
            <a:ext cx="86868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8" name="s17-gradients-checkpoint-6:4:27:text"/>
          <p:cNvSpPr/>
          <p:nvPr/>
        </p:nvSpPr>
        <p:spPr>
          <a:xfrm>
            <a:off x="333756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dH′ → dH</a:t>
            </a:r>
            <a:endParaRPr lang="en-US" sz="1700" dirty="0"/>
          </a:p>
        </p:txBody>
      </p:sp>
      <p:sp>
        <p:nvSpPr>
          <p:cNvPr id="29" name="s17-gradients-checkpoint-6:5:28:line"/>
          <p:cNvSpPr/>
          <p:nvPr/>
        </p:nvSpPr>
        <p:spPr>
          <a:xfrm flipV="1">
            <a:off x="1828800" y="2075688"/>
            <a:ext cx="914" cy="210312"/>
          </a:xfrm>
          <a:prstGeom prst="line">
            <a:avLst/>
          </a:prstGeom>
          <a:noFill/>
          <a:ln w="3175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30" name="s17-gradients-checkpoint-6:5:29:text"/>
          <p:cNvSpPr/>
          <p:nvPr/>
        </p:nvSpPr>
        <p:spPr>
          <a:xfrm>
            <a:off x="5029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dW_QA = Xᵀ dH</a:t>
            </a:r>
            <a:endParaRPr lang="en-US" sz="1900" dirty="0"/>
          </a:p>
        </p:txBody>
      </p:sp>
      <p:sp>
        <p:nvSpPr>
          <p:cNvPr id="31" name="s17-gradients-checkpoint-6:5:30:text"/>
          <p:cNvSpPr/>
          <p:nvPr/>
        </p:nvSpPr>
        <p:spPr>
          <a:xfrm>
            <a:off x="5029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[5120,1] × [1,1280] → [5120,1280]</a:t>
            </a:r>
            <a:endParaRPr lang="en-US" sz="1350" dirty="0"/>
          </a:p>
        </p:txBody>
      </p:sp>
      <p:sp>
        <p:nvSpPr>
          <p:cNvPr id="32" name="s17-gradients-checkpoint-6:5:31:text"/>
          <p:cNvSpPr/>
          <p:nvPr/>
        </p:nvSpPr>
        <p:spPr>
          <a:xfrm>
            <a:off x="502920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dX = dH W_QAᵀ</a:t>
            </a:r>
            <a:endParaRPr lang="en-US" sz="1800" dirty="0"/>
          </a:p>
        </p:txBody>
      </p:sp>
      <p:sp>
        <p:nvSpPr>
          <p:cNvPr id="33" name="s17-gradients-checkpoint-6:5:32:text"/>
          <p:cNvSpPr/>
          <p:nvPr/>
        </p:nvSpPr>
        <p:spPr>
          <a:xfrm>
            <a:off x="502920" y="4114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[1,1280] × [1280,5120] → [1,5120]</a:t>
            </a:r>
            <a:endParaRPr lang="en-US" sz="1300" dirty="0"/>
          </a:p>
        </p:txBody>
      </p:sp>
      <p:sp>
        <p:nvSpPr>
          <p:cNvPr id="34" name="s17-gradients-checkpoint-6:6:33:line"/>
          <p:cNvSpPr/>
          <p:nvPr/>
        </p:nvSpPr>
        <p:spPr>
          <a:xfrm flipH="1">
            <a:off x="502920" y="2628900"/>
            <a:ext cx="54864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5" name="s17-gradients-checkpoint-6:6:34:text"/>
          <p:cNvSpPr/>
          <p:nvPr/>
        </p:nvSpPr>
        <p:spPr>
          <a:xfrm>
            <a:off x="548640" y="44622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dX [1,5120] → 前一模块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-roofline-checkpoint-0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四.1–3 概念与屋顶线 | Visual QA · Click 0/5</a:t>
            </a:r>
            <a:endParaRPr lang="en-US" sz="1050" dirty="0"/>
          </a:p>
        </p:txBody>
      </p:sp>
      <p:sp>
        <p:nvSpPr>
          <p:cNvPr id="3" name="s19-roofline-checkpoint-0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Roofline：两条上限，共同限定可达性能</a:t>
            </a:r>
            <a:endParaRPr lang="en-US" sz="2700" dirty="0"/>
          </a:p>
        </p:txBody>
      </p:sp>
      <p:sp>
        <p:nvSpPr>
          <p:cNvPr id="4" name="s19-roofline-checkpoint-0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9-roofline-checkpoint-0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9-roofline-checkpoint-0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9-roofline-checkpoint-0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9-roofline-checkpoint-0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9-roofline-checkpoint-0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9-roofline-checkpoint-0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22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-roofline-checkpoint-1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四.1–3 概念与屋顶线 | Visual QA · Click 1/5</a:t>
            </a:r>
            <a:endParaRPr lang="en-US" sz="1050" dirty="0"/>
          </a:p>
        </p:txBody>
      </p:sp>
      <p:sp>
        <p:nvSpPr>
          <p:cNvPr id="3" name="s19-roofline-checkpoint-1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Roofline：两条上限，共同限定可达性能</a:t>
            </a:r>
            <a:endParaRPr lang="en-US" sz="2700" dirty="0"/>
          </a:p>
        </p:txBody>
      </p:sp>
      <p:sp>
        <p:nvSpPr>
          <p:cNvPr id="4" name="s19-roofline-checkpoint-1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9-roofline-checkpoint-1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9-roofline-checkpoint-1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9-roofline-checkpoint-1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9-roofline-checkpoint-1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9-roofline-checkpoint-1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9-roofline-checkpoint-1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22</a:t>
            </a:r>
            <a:endParaRPr lang="en-US" sz="1050" dirty="0"/>
          </a:p>
        </p:txBody>
      </p:sp>
      <p:sp>
        <p:nvSpPr>
          <p:cNvPr id="11" name="s19-roofline-checkpoint-1:1:10:line"/>
          <p:cNvSpPr/>
          <p:nvPr/>
        </p:nvSpPr>
        <p:spPr>
          <a:xfrm>
            <a:off x="1097280" y="4133088"/>
            <a:ext cx="5669280" cy="914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2" name="s19-roofline-checkpoint-1:1:11:line"/>
          <p:cNvSpPr/>
          <p:nvPr/>
        </p:nvSpPr>
        <p:spPr>
          <a:xfrm flipV="1">
            <a:off x="1097280" y="1572768"/>
            <a:ext cx="914" cy="2560320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3" name="s19-roofline-checkpoint-1:1:12:text"/>
          <p:cNvSpPr/>
          <p:nvPr/>
        </p:nvSpPr>
        <p:spPr>
          <a:xfrm>
            <a:off x="548640" y="1335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· TFLOP/s</a:t>
            </a:r>
            <a:endParaRPr lang="en-US" sz="1500" dirty="0"/>
          </a:p>
        </p:txBody>
      </p:sp>
      <p:sp>
        <p:nvSpPr>
          <p:cNvPr id="14" name="s19-roofline-checkpoint-1:1:13:text"/>
          <p:cNvSpPr/>
          <p:nvPr/>
        </p:nvSpPr>
        <p:spPr>
          <a:xfrm>
            <a:off x="1097280" y="43891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Arithmetic Intensity · FLOPs/Byte</a:t>
            </a:r>
            <a:endParaRPr lang="en-US" sz="1400" dirty="0"/>
          </a:p>
        </p:txBody>
      </p:sp>
      <p:sp>
        <p:nvSpPr>
          <p:cNvPr id="15" name="s19-roofline-checkpoint-1:1:14:text"/>
          <p:cNvSpPr/>
          <p:nvPr/>
        </p:nvSpPr>
        <p:spPr>
          <a:xfrm>
            <a:off x="157734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19-roofline-checkpoint-1:1:15:text"/>
          <p:cNvSpPr/>
          <p:nvPr/>
        </p:nvSpPr>
        <p:spPr>
          <a:xfrm>
            <a:off x="299466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s19-roofline-checkpoint-1:1:16:text"/>
          <p:cNvSpPr/>
          <p:nvPr/>
        </p:nvSpPr>
        <p:spPr>
          <a:xfrm>
            <a:off x="441198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18" name="s19-roofline-checkpoint-1:1:17:text"/>
          <p:cNvSpPr/>
          <p:nvPr/>
        </p:nvSpPr>
        <p:spPr>
          <a:xfrm>
            <a:off x="582930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19" name="s19-roofline-checkpoint-1:1:18:text"/>
          <p:cNvSpPr/>
          <p:nvPr/>
        </p:nvSpPr>
        <p:spPr>
          <a:xfrm>
            <a:off x="594360" y="37627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19-roofline-checkpoint-1:1:19:text"/>
          <p:cNvSpPr/>
          <p:nvPr/>
        </p:nvSpPr>
        <p:spPr>
          <a:xfrm>
            <a:off x="594360" y="31683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s19-roofline-checkpoint-1:1:20:text"/>
          <p:cNvSpPr/>
          <p:nvPr/>
        </p:nvSpPr>
        <p:spPr>
          <a:xfrm>
            <a:off x="594360" y="25740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22" name="s19-roofline-checkpoint-1:1:21:text"/>
          <p:cNvSpPr/>
          <p:nvPr/>
        </p:nvSpPr>
        <p:spPr>
          <a:xfrm>
            <a:off x="594360" y="19796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23" name="s19-roofline-checkpoint-1:1:22:text"/>
          <p:cNvSpPr/>
          <p:nvPr/>
        </p:nvSpPr>
        <p:spPr>
          <a:xfrm>
            <a:off x="681228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= FLOPs / Bytes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-roofline-checkpoint-2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四.1–3 概念与屋顶线 | Visual QA · Click 2/5</a:t>
            </a:r>
            <a:endParaRPr lang="en-US" sz="1050" dirty="0"/>
          </a:p>
        </p:txBody>
      </p:sp>
      <p:sp>
        <p:nvSpPr>
          <p:cNvPr id="3" name="s19-roofline-checkpoint-2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Roofline：两条上限，共同限定可达性能</a:t>
            </a:r>
            <a:endParaRPr lang="en-US" sz="2700" dirty="0"/>
          </a:p>
        </p:txBody>
      </p:sp>
      <p:sp>
        <p:nvSpPr>
          <p:cNvPr id="4" name="s19-roofline-checkpoint-2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9-roofline-checkpoint-2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9-roofline-checkpoint-2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9-roofline-checkpoint-2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9-roofline-checkpoint-2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9-roofline-checkpoint-2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9-roofline-checkpoint-2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22</a:t>
            </a:r>
            <a:endParaRPr lang="en-US" sz="1050" dirty="0"/>
          </a:p>
        </p:txBody>
      </p:sp>
      <p:sp>
        <p:nvSpPr>
          <p:cNvPr id="11" name="s19-roofline-checkpoint-2:1:10:line"/>
          <p:cNvSpPr/>
          <p:nvPr/>
        </p:nvSpPr>
        <p:spPr>
          <a:xfrm>
            <a:off x="1097280" y="4133088"/>
            <a:ext cx="5669280" cy="914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2" name="s19-roofline-checkpoint-2:1:11:line"/>
          <p:cNvSpPr/>
          <p:nvPr/>
        </p:nvSpPr>
        <p:spPr>
          <a:xfrm flipV="1">
            <a:off x="1097280" y="1572768"/>
            <a:ext cx="914" cy="2560320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3" name="s19-roofline-checkpoint-2:1:12:text"/>
          <p:cNvSpPr/>
          <p:nvPr/>
        </p:nvSpPr>
        <p:spPr>
          <a:xfrm>
            <a:off x="548640" y="1335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· TFLOP/s</a:t>
            </a:r>
            <a:endParaRPr lang="en-US" sz="1500" dirty="0"/>
          </a:p>
        </p:txBody>
      </p:sp>
      <p:sp>
        <p:nvSpPr>
          <p:cNvPr id="14" name="s19-roofline-checkpoint-2:1:13:text"/>
          <p:cNvSpPr/>
          <p:nvPr/>
        </p:nvSpPr>
        <p:spPr>
          <a:xfrm>
            <a:off x="1097280" y="43891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Arithmetic Intensity · FLOPs/Byte</a:t>
            </a:r>
            <a:endParaRPr lang="en-US" sz="1400" dirty="0"/>
          </a:p>
        </p:txBody>
      </p:sp>
      <p:sp>
        <p:nvSpPr>
          <p:cNvPr id="15" name="s19-roofline-checkpoint-2:1:14:text"/>
          <p:cNvSpPr/>
          <p:nvPr/>
        </p:nvSpPr>
        <p:spPr>
          <a:xfrm>
            <a:off x="157734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19-roofline-checkpoint-2:1:15:text"/>
          <p:cNvSpPr/>
          <p:nvPr/>
        </p:nvSpPr>
        <p:spPr>
          <a:xfrm>
            <a:off x="299466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s19-roofline-checkpoint-2:1:16:text"/>
          <p:cNvSpPr/>
          <p:nvPr/>
        </p:nvSpPr>
        <p:spPr>
          <a:xfrm>
            <a:off x="441198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18" name="s19-roofline-checkpoint-2:1:17:text"/>
          <p:cNvSpPr/>
          <p:nvPr/>
        </p:nvSpPr>
        <p:spPr>
          <a:xfrm>
            <a:off x="582930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19" name="s19-roofline-checkpoint-2:1:18:text"/>
          <p:cNvSpPr/>
          <p:nvPr/>
        </p:nvSpPr>
        <p:spPr>
          <a:xfrm>
            <a:off x="594360" y="37627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19-roofline-checkpoint-2:1:19:text"/>
          <p:cNvSpPr/>
          <p:nvPr/>
        </p:nvSpPr>
        <p:spPr>
          <a:xfrm>
            <a:off x="594360" y="31683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s19-roofline-checkpoint-2:1:20:text"/>
          <p:cNvSpPr/>
          <p:nvPr/>
        </p:nvSpPr>
        <p:spPr>
          <a:xfrm>
            <a:off x="594360" y="25740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22" name="s19-roofline-checkpoint-2:1:21:text"/>
          <p:cNvSpPr/>
          <p:nvPr/>
        </p:nvSpPr>
        <p:spPr>
          <a:xfrm>
            <a:off x="594360" y="19796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23" name="s19-roofline-checkpoint-2:1:22:text"/>
          <p:cNvSpPr/>
          <p:nvPr/>
        </p:nvSpPr>
        <p:spPr>
          <a:xfrm>
            <a:off x="681228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= FLOPs / Bytes</a:t>
            </a:r>
            <a:endParaRPr lang="en-US" sz="1500" dirty="0"/>
          </a:p>
        </p:txBody>
      </p:sp>
      <p:sp>
        <p:nvSpPr>
          <p:cNvPr id="24" name="s19-roofline-checkpoint-2:2:23:line"/>
          <p:cNvSpPr/>
          <p:nvPr/>
        </p:nvSpPr>
        <p:spPr>
          <a:xfrm flipV="1">
            <a:off x="1379284" y="1693700"/>
            <a:ext cx="4790841" cy="2009062"/>
          </a:xfrm>
          <a:prstGeom prst="line">
            <a:avLst/>
          </a:prstGeom>
          <a:noFill/>
          <a:ln w="35560">
            <a:solidFill>
              <a:srgbClr val="2563EB"/>
            </a:solidFill>
            <a:prstDash val="solid"/>
          </a:ln>
        </p:spPr>
      </p:sp>
      <p:sp>
        <p:nvSpPr>
          <p:cNvPr id="25" name="s19-roofline-checkpoint-2:2:24:text"/>
          <p:cNvSpPr/>
          <p:nvPr/>
        </p:nvSpPr>
        <p:spPr>
          <a:xfrm>
            <a:off x="278892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BW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-roofline-checkpoint-3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四.1–3 概念与屋顶线 | Visual QA · Click 3/5</a:t>
            </a:r>
            <a:endParaRPr lang="en-US" sz="1050" dirty="0"/>
          </a:p>
        </p:txBody>
      </p:sp>
      <p:sp>
        <p:nvSpPr>
          <p:cNvPr id="3" name="s19-roofline-checkpoint-3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Roofline：两条上限，共同限定可达性能</a:t>
            </a:r>
            <a:endParaRPr lang="en-US" sz="2700" dirty="0"/>
          </a:p>
        </p:txBody>
      </p:sp>
      <p:sp>
        <p:nvSpPr>
          <p:cNvPr id="4" name="s19-roofline-checkpoint-3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9-roofline-checkpoint-3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9-roofline-checkpoint-3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9-roofline-checkpoint-3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9-roofline-checkpoint-3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9-roofline-checkpoint-3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9-roofline-checkpoint-3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22</a:t>
            </a:r>
            <a:endParaRPr lang="en-US" sz="1050" dirty="0"/>
          </a:p>
        </p:txBody>
      </p:sp>
      <p:sp>
        <p:nvSpPr>
          <p:cNvPr id="11" name="s19-roofline-checkpoint-3:1:10:line"/>
          <p:cNvSpPr/>
          <p:nvPr/>
        </p:nvSpPr>
        <p:spPr>
          <a:xfrm>
            <a:off x="1097280" y="4133088"/>
            <a:ext cx="5669280" cy="914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2" name="s19-roofline-checkpoint-3:1:11:line"/>
          <p:cNvSpPr/>
          <p:nvPr/>
        </p:nvSpPr>
        <p:spPr>
          <a:xfrm flipV="1">
            <a:off x="1097280" y="1572768"/>
            <a:ext cx="914" cy="2560320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3" name="s19-roofline-checkpoint-3:1:12:text"/>
          <p:cNvSpPr/>
          <p:nvPr/>
        </p:nvSpPr>
        <p:spPr>
          <a:xfrm>
            <a:off x="548640" y="1335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· TFLOP/s</a:t>
            </a:r>
            <a:endParaRPr lang="en-US" sz="1500" dirty="0"/>
          </a:p>
        </p:txBody>
      </p:sp>
      <p:sp>
        <p:nvSpPr>
          <p:cNvPr id="14" name="s19-roofline-checkpoint-3:1:13:text"/>
          <p:cNvSpPr/>
          <p:nvPr/>
        </p:nvSpPr>
        <p:spPr>
          <a:xfrm>
            <a:off x="1097280" y="43891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Arithmetic Intensity · FLOPs/Byte</a:t>
            </a:r>
            <a:endParaRPr lang="en-US" sz="1400" dirty="0"/>
          </a:p>
        </p:txBody>
      </p:sp>
      <p:sp>
        <p:nvSpPr>
          <p:cNvPr id="15" name="s19-roofline-checkpoint-3:1:14:text"/>
          <p:cNvSpPr/>
          <p:nvPr/>
        </p:nvSpPr>
        <p:spPr>
          <a:xfrm>
            <a:off x="157734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19-roofline-checkpoint-3:1:15:text"/>
          <p:cNvSpPr/>
          <p:nvPr/>
        </p:nvSpPr>
        <p:spPr>
          <a:xfrm>
            <a:off x="299466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s19-roofline-checkpoint-3:1:16:text"/>
          <p:cNvSpPr/>
          <p:nvPr/>
        </p:nvSpPr>
        <p:spPr>
          <a:xfrm>
            <a:off x="441198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18" name="s19-roofline-checkpoint-3:1:17:text"/>
          <p:cNvSpPr/>
          <p:nvPr/>
        </p:nvSpPr>
        <p:spPr>
          <a:xfrm>
            <a:off x="582930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19" name="s19-roofline-checkpoint-3:1:18:text"/>
          <p:cNvSpPr/>
          <p:nvPr/>
        </p:nvSpPr>
        <p:spPr>
          <a:xfrm>
            <a:off x="594360" y="37627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19-roofline-checkpoint-3:1:19:text"/>
          <p:cNvSpPr/>
          <p:nvPr/>
        </p:nvSpPr>
        <p:spPr>
          <a:xfrm>
            <a:off x="594360" y="31683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s19-roofline-checkpoint-3:1:20:text"/>
          <p:cNvSpPr/>
          <p:nvPr/>
        </p:nvSpPr>
        <p:spPr>
          <a:xfrm>
            <a:off x="594360" y="25740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22" name="s19-roofline-checkpoint-3:1:21:text"/>
          <p:cNvSpPr/>
          <p:nvPr/>
        </p:nvSpPr>
        <p:spPr>
          <a:xfrm>
            <a:off x="594360" y="19796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23" name="s19-roofline-checkpoint-3:1:22:text"/>
          <p:cNvSpPr/>
          <p:nvPr/>
        </p:nvSpPr>
        <p:spPr>
          <a:xfrm>
            <a:off x="681228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= FLOPs / Bytes</a:t>
            </a:r>
            <a:endParaRPr lang="en-US" sz="1500" dirty="0"/>
          </a:p>
        </p:txBody>
      </p:sp>
      <p:sp>
        <p:nvSpPr>
          <p:cNvPr id="24" name="s19-roofline-checkpoint-3:2:23:line"/>
          <p:cNvSpPr/>
          <p:nvPr/>
        </p:nvSpPr>
        <p:spPr>
          <a:xfrm flipV="1">
            <a:off x="1379284" y="1693700"/>
            <a:ext cx="4790841" cy="2009062"/>
          </a:xfrm>
          <a:prstGeom prst="line">
            <a:avLst/>
          </a:prstGeom>
          <a:noFill/>
          <a:ln w="35560">
            <a:solidFill>
              <a:srgbClr val="2563EB"/>
            </a:solidFill>
            <a:prstDash val="solid"/>
          </a:ln>
        </p:spPr>
      </p:sp>
      <p:sp>
        <p:nvSpPr>
          <p:cNvPr id="25" name="s19-roofline-checkpoint-3:2:24:text"/>
          <p:cNvSpPr/>
          <p:nvPr/>
        </p:nvSpPr>
        <p:spPr>
          <a:xfrm>
            <a:off x="278892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BW</a:t>
            </a:r>
            <a:endParaRPr lang="en-US" sz="2000" dirty="0"/>
          </a:p>
        </p:txBody>
      </p:sp>
      <p:sp>
        <p:nvSpPr>
          <p:cNvPr id="26" name="s19-roofline-checkpoint-3:3:25:line"/>
          <p:cNvSpPr/>
          <p:nvPr/>
        </p:nvSpPr>
        <p:spPr>
          <a:xfrm>
            <a:off x="1379284" y="2055683"/>
            <a:ext cx="5005236" cy="914"/>
          </a:xfrm>
          <a:prstGeom prst="line">
            <a:avLst/>
          </a:prstGeom>
          <a:noFill/>
          <a:ln w="35560">
            <a:solidFill>
              <a:srgbClr val="7C3AED"/>
            </a:solidFill>
            <a:prstDash val="solid"/>
          </a:ln>
        </p:spPr>
      </p:sp>
      <p:sp>
        <p:nvSpPr>
          <p:cNvPr id="27" name="s19-roofline-checkpoint-3:3:26:text"/>
          <p:cNvSpPr/>
          <p:nvPr/>
        </p:nvSpPr>
        <p:spPr>
          <a:xfrm>
            <a:off x="68122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989 TFLOP/s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-roofline-checkpoint-4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四.1–3 概念与屋顶线 | Visual QA · Click 4/5</a:t>
            </a:r>
            <a:endParaRPr lang="en-US" sz="1050" dirty="0"/>
          </a:p>
        </p:txBody>
      </p:sp>
      <p:sp>
        <p:nvSpPr>
          <p:cNvPr id="3" name="s19-roofline-checkpoint-4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Roofline：两条上限，共同限定可达性能</a:t>
            </a:r>
            <a:endParaRPr lang="en-US" sz="2700" dirty="0"/>
          </a:p>
        </p:txBody>
      </p:sp>
      <p:sp>
        <p:nvSpPr>
          <p:cNvPr id="4" name="s19-roofline-checkpoint-4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9-roofline-checkpoint-4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9-roofline-checkpoint-4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9-roofline-checkpoint-4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9-roofline-checkpoint-4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9-roofline-checkpoint-4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9-roofline-checkpoint-4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22</a:t>
            </a:r>
            <a:endParaRPr lang="en-US" sz="1050" dirty="0"/>
          </a:p>
        </p:txBody>
      </p:sp>
      <p:sp>
        <p:nvSpPr>
          <p:cNvPr id="11" name="s19-roofline-checkpoint-4:1:10:line"/>
          <p:cNvSpPr/>
          <p:nvPr/>
        </p:nvSpPr>
        <p:spPr>
          <a:xfrm>
            <a:off x="1097280" y="4133088"/>
            <a:ext cx="5669280" cy="914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2" name="s19-roofline-checkpoint-4:1:11:line"/>
          <p:cNvSpPr/>
          <p:nvPr/>
        </p:nvSpPr>
        <p:spPr>
          <a:xfrm flipV="1">
            <a:off x="1097280" y="1572768"/>
            <a:ext cx="914" cy="2560320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3" name="s19-roofline-checkpoint-4:1:12:text"/>
          <p:cNvSpPr/>
          <p:nvPr/>
        </p:nvSpPr>
        <p:spPr>
          <a:xfrm>
            <a:off x="548640" y="1335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· TFLOP/s</a:t>
            </a:r>
            <a:endParaRPr lang="en-US" sz="1500" dirty="0"/>
          </a:p>
        </p:txBody>
      </p:sp>
      <p:sp>
        <p:nvSpPr>
          <p:cNvPr id="14" name="s19-roofline-checkpoint-4:1:13:text"/>
          <p:cNvSpPr/>
          <p:nvPr/>
        </p:nvSpPr>
        <p:spPr>
          <a:xfrm>
            <a:off x="1097280" y="43891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Arithmetic Intensity · FLOPs/Byte</a:t>
            </a:r>
            <a:endParaRPr lang="en-US" sz="1400" dirty="0"/>
          </a:p>
        </p:txBody>
      </p:sp>
      <p:sp>
        <p:nvSpPr>
          <p:cNvPr id="15" name="s19-roofline-checkpoint-4:1:14:text"/>
          <p:cNvSpPr/>
          <p:nvPr/>
        </p:nvSpPr>
        <p:spPr>
          <a:xfrm>
            <a:off x="157734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19-roofline-checkpoint-4:1:15:text"/>
          <p:cNvSpPr/>
          <p:nvPr/>
        </p:nvSpPr>
        <p:spPr>
          <a:xfrm>
            <a:off x="299466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s19-roofline-checkpoint-4:1:16:text"/>
          <p:cNvSpPr/>
          <p:nvPr/>
        </p:nvSpPr>
        <p:spPr>
          <a:xfrm>
            <a:off x="441198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18" name="s19-roofline-checkpoint-4:1:17:text"/>
          <p:cNvSpPr/>
          <p:nvPr/>
        </p:nvSpPr>
        <p:spPr>
          <a:xfrm>
            <a:off x="582930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19" name="s19-roofline-checkpoint-4:1:18:text"/>
          <p:cNvSpPr/>
          <p:nvPr/>
        </p:nvSpPr>
        <p:spPr>
          <a:xfrm>
            <a:off x="594360" y="37627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19-roofline-checkpoint-4:1:19:text"/>
          <p:cNvSpPr/>
          <p:nvPr/>
        </p:nvSpPr>
        <p:spPr>
          <a:xfrm>
            <a:off x="594360" y="31683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s19-roofline-checkpoint-4:1:20:text"/>
          <p:cNvSpPr/>
          <p:nvPr/>
        </p:nvSpPr>
        <p:spPr>
          <a:xfrm>
            <a:off x="594360" y="25740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22" name="s19-roofline-checkpoint-4:1:21:text"/>
          <p:cNvSpPr/>
          <p:nvPr/>
        </p:nvSpPr>
        <p:spPr>
          <a:xfrm>
            <a:off x="594360" y="19796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23" name="s19-roofline-checkpoint-4:1:22:text"/>
          <p:cNvSpPr/>
          <p:nvPr/>
        </p:nvSpPr>
        <p:spPr>
          <a:xfrm>
            <a:off x="681228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= FLOPs / Bytes</a:t>
            </a:r>
            <a:endParaRPr lang="en-US" sz="1500" dirty="0"/>
          </a:p>
        </p:txBody>
      </p:sp>
      <p:sp>
        <p:nvSpPr>
          <p:cNvPr id="24" name="s19-roofline-checkpoint-4:2:23:line"/>
          <p:cNvSpPr/>
          <p:nvPr/>
        </p:nvSpPr>
        <p:spPr>
          <a:xfrm flipV="1">
            <a:off x="1379284" y="1693700"/>
            <a:ext cx="4790841" cy="2009062"/>
          </a:xfrm>
          <a:prstGeom prst="line">
            <a:avLst/>
          </a:prstGeom>
          <a:noFill/>
          <a:ln w="35560">
            <a:solidFill>
              <a:srgbClr val="2563EB"/>
            </a:solidFill>
            <a:prstDash val="solid"/>
          </a:ln>
        </p:spPr>
      </p:sp>
      <p:sp>
        <p:nvSpPr>
          <p:cNvPr id="25" name="s19-roofline-checkpoint-4:2:24:text"/>
          <p:cNvSpPr/>
          <p:nvPr/>
        </p:nvSpPr>
        <p:spPr>
          <a:xfrm>
            <a:off x="278892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BW</a:t>
            </a:r>
            <a:endParaRPr lang="en-US" sz="2000" dirty="0"/>
          </a:p>
        </p:txBody>
      </p:sp>
      <p:sp>
        <p:nvSpPr>
          <p:cNvPr id="26" name="s19-roofline-checkpoint-4:3:25:line"/>
          <p:cNvSpPr/>
          <p:nvPr/>
        </p:nvSpPr>
        <p:spPr>
          <a:xfrm>
            <a:off x="1379284" y="2055683"/>
            <a:ext cx="5005236" cy="914"/>
          </a:xfrm>
          <a:prstGeom prst="line">
            <a:avLst/>
          </a:prstGeom>
          <a:noFill/>
          <a:ln w="35560">
            <a:solidFill>
              <a:srgbClr val="7C3AED"/>
            </a:solidFill>
            <a:prstDash val="solid"/>
          </a:ln>
        </p:spPr>
      </p:sp>
      <p:sp>
        <p:nvSpPr>
          <p:cNvPr id="27" name="s19-roofline-checkpoint-4:3:26:text"/>
          <p:cNvSpPr/>
          <p:nvPr/>
        </p:nvSpPr>
        <p:spPr>
          <a:xfrm>
            <a:off x="68122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989 TFLOP/s</a:t>
            </a:r>
            <a:endParaRPr lang="en-US" sz="1700" dirty="0"/>
          </a:p>
        </p:txBody>
      </p:sp>
      <p:sp>
        <p:nvSpPr>
          <p:cNvPr id="28" name="s19-roofline-checkpoint-4:4:27:dot"/>
          <p:cNvSpPr/>
          <p:nvPr/>
        </p:nvSpPr>
        <p:spPr>
          <a:xfrm>
            <a:off x="5220067" y="1968815"/>
            <a:ext cx="173736" cy="173736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9" name="s19-roofline-checkpoint-4:4:28:line"/>
          <p:cNvSpPr/>
          <p:nvPr/>
        </p:nvSpPr>
        <p:spPr>
          <a:xfrm>
            <a:off x="5306935" y="2055683"/>
            <a:ext cx="914" cy="2059117"/>
          </a:xfrm>
          <a:prstGeom prst="line">
            <a:avLst/>
          </a:prstGeom>
          <a:noFill/>
          <a:ln w="16510">
            <a:solidFill>
              <a:srgbClr val="087F75"/>
            </a:solidFill>
            <a:prstDash val="dash"/>
          </a:ln>
        </p:spPr>
      </p:sp>
      <p:sp>
        <p:nvSpPr>
          <p:cNvPr id="30" name="s19-roofline-checkpoint-4:4:29:text"/>
          <p:cNvSpPr/>
          <p:nvPr/>
        </p:nvSpPr>
        <p:spPr>
          <a:xfrm>
            <a:off x="6812280" y="2487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Ridge ≈ 295.2</a:t>
            </a:r>
            <a:endParaRPr lang="en-US" sz="1800" dirty="0"/>
          </a:p>
        </p:txBody>
      </p:sp>
      <p:sp>
        <p:nvSpPr>
          <p:cNvPr id="31" name="s19-roofline-checkpoint-4:4:30:text"/>
          <p:cNvSpPr/>
          <p:nvPr/>
        </p:nvSpPr>
        <p:spPr>
          <a:xfrm>
            <a:off x="681228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P_peak / BW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-roofline-checkpoint-5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四.1–3 概念与屋顶线 | Visual QA · Click 5/5</a:t>
            </a:r>
            <a:endParaRPr lang="en-US" sz="1050" dirty="0"/>
          </a:p>
        </p:txBody>
      </p:sp>
      <p:sp>
        <p:nvSpPr>
          <p:cNvPr id="3" name="s19-roofline-checkpoint-5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Roofline：两条上限，共同限定可达性能</a:t>
            </a:r>
            <a:endParaRPr lang="en-US" sz="2700" dirty="0"/>
          </a:p>
        </p:txBody>
      </p:sp>
      <p:sp>
        <p:nvSpPr>
          <p:cNvPr id="4" name="s19-roofline-checkpoint-5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9-roofline-checkpoint-5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9-roofline-checkpoint-5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9-roofline-checkpoint-5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9-roofline-checkpoint-5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9-roofline-checkpoint-5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9-roofline-checkpoint-5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22</a:t>
            </a:r>
            <a:endParaRPr lang="en-US" sz="1050" dirty="0"/>
          </a:p>
        </p:txBody>
      </p:sp>
      <p:sp>
        <p:nvSpPr>
          <p:cNvPr id="11" name="s19-roofline-checkpoint-5:1:10:line"/>
          <p:cNvSpPr/>
          <p:nvPr/>
        </p:nvSpPr>
        <p:spPr>
          <a:xfrm>
            <a:off x="1097280" y="4133088"/>
            <a:ext cx="5669280" cy="914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2" name="s19-roofline-checkpoint-5:1:11:line"/>
          <p:cNvSpPr/>
          <p:nvPr/>
        </p:nvSpPr>
        <p:spPr>
          <a:xfrm flipV="1">
            <a:off x="1097280" y="1572768"/>
            <a:ext cx="914" cy="2560320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3" name="s19-roofline-checkpoint-5:1:12:text"/>
          <p:cNvSpPr/>
          <p:nvPr/>
        </p:nvSpPr>
        <p:spPr>
          <a:xfrm>
            <a:off x="548640" y="1335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· TFLOP/s</a:t>
            </a:r>
            <a:endParaRPr lang="en-US" sz="1500" dirty="0"/>
          </a:p>
        </p:txBody>
      </p:sp>
      <p:sp>
        <p:nvSpPr>
          <p:cNvPr id="14" name="s19-roofline-checkpoint-5:1:13:text"/>
          <p:cNvSpPr/>
          <p:nvPr/>
        </p:nvSpPr>
        <p:spPr>
          <a:xfrm>
            <a:off x="1097280" y="43891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Arithmetic Intensity · FLOPs/Byte</a:t>
            </a:r>
            <a:endParaRPr lang="en-US" sz="1400" dirty="0"/>
          </a:p>
        </p:txBody>
      </p:sp>
      <p:sp>
        <p:nvSpPr>
          <p:cNvPr id="15" name="s19-roofline-checkpoint-5:1:14:text"/>
          <p:cNvSpPr/>
          <p:nvPr/>
        </p:nvSpPr>
        <p:spPr>
          <a:xfrm>
            <a:off x="157734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19-roofline-checkpoint-5:1:15:text"/>
          <p:cNvSpPr/>
          <p:nvPr/>
        </p:nvSpPr>
        <p:spPr>
          <a:xfrm>
            <a:off x="299466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s19-roofline-checkpoint-5:1:16:text"/>
          <p:cNvSpPr/>
          <p:nvPr/>
        </p:nvSpPr>
        <p:spPr>
          <a:xfrm>
            <a:off x="441198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18" name="s19-roofline-checkpoint-5:1:17:text"/>
          <p:cNvSpPr/>
          <p:nvPr/>
        </p:nvSpPr>
        <p:spPr>
          <a:xfrm>
            <a:off x="582930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19" name="s19-roofline-checkpoint-5:1:18:text"/>
          <p:cNvSpPr/>
          <p:nvPr/>
        </p:nvSpPr>
        <p:spPr>
          <a:xfrm>
            <a:off x="594360" y="37627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19-roofline-checkpoint-5:1:19:text"/>
          <p:cNvSpPr/>
          <p:nvPr/>
        </p:nvSpPr>
        <p:spPr>
          <a:xfrm>
            <a:off x="594360" y="31683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s19-roofline-checkpoint-5:1:20:text"/>
          <p:cNvSpPr/>
          <p:nvPr/>
        </p:nvSpPr>
        <p:spPr>
          <a:xfrm>
            <a:off x="594360" y="25740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22" name="s19-roofline-checkpoint-5:1:21:text"/>
          <p:cNvSpPr/>
          <p:nvPr/>
        </p:nvSpPr>
        <p:spPr>
          <a:xfrm>
            <a:off x="594360" y="19796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23" name="s19-roofline-checkpoint-5:1:22:text"/>
          <p:cNvSpPr/>
          <p:nvPr/>
        </p:nvSpPr>
        <p:spPr>
          <a:xfrm>
            <a:off x="681228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= FLOPs / Bytes</a:t>
            </a:r>
            <a:endParaRPr lang="en-US" sz="1500" dirty="0"/>
          </a:p>
        </p:txBody>
      </p:sp>
      <p:sp>
        <p:nvSpPr>
          <p:cNvPr id="24" name="s19-roofline-checkpoint-5:2:23:line"/>
          <p:cNvSpPr/>
          <p:nvPr/>
        </p:nvSpPr>
        <p:spPr>
          <a:xfrm flipV="1">
            <a:off x="1379284" y="1693700"/>
            <a:ext cx="4790841" cy="2009062"/>
          </a:xfrm>
          <a:prstGeom prst="line">
            <a:avLst/>
          </a:prstGeom>
          <a:noFill/>
          <a:ln w="35560">
            <a:solidFill>
              <a:srgbClr val="2563EB"/>
            </a:solidFill>
            <a:prstDash val="solid"/>
          </a:ln>
        </p:spPr>
      </p:sp>
      <p:sp>
        <p:nvSpPr>
          <p:cNvPr id="25" name="s19-roofline-checkpoint-5:2:24:text"/>
          <p:cNvSpPr/>
          <p:nvPr/>
        </p:nvSpPr>
        <p:spPr>
          <a:xfrm>
            <a:off x="278892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BW</a:t>
            </a:r>
            <a:endParaRPr lang="en-US" sz="2000" dirty="0"/>
          </a:p>
        </p:txBody>
      </p:sp>
      <p:sp>
        <p:nvSpPr>
          <p:cNvPr id="26" name="s19-roofline-checkpoint-5:3:25:line"/>
          <p:cNvSpPr/>
          <p:nvPr/>
        </p:nvSpPr>
        <p:spPr>
          <a:xfrm>
            <a:off x="1379284" y="2055683"/>
            <a:ext cx="5005236" cy="914"/>
          </a:xfrm>
          <a:prstGeom prst="line">
            <a:avLst/>
          </a:prstGeom>
          <a:noFill/>
          <a:ln w="35560">
            <a:solidFill>
              <a:srgbClr val="7C3AED"/>
            </a:solidFill>
            <a:prstDash val="solid"/>
          </a:ln>
        </p:spPr>
      </p:sp>
      <p:sp>
        <p:nvSpPr>
          <p:cNvPr id="27" name="s19-roofline-checkpoint-5:3:26:text"/>
          <p:cNvSpPr/>
          <p:nvPr/>
        </p:nvSpPr>
        <p:spPr>
          <a:xfrm>
            <a:off x="68122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989 TFLOP/s</a:t>
            </a:r>
            <a:endParaRPr lang="en-US" sz="1700" dirty="0"/>
          </a:p>
        </p:txBody>
      </p:sp>
      <p:sp>
        <p:nvSpPr>
          <p:cNvPr id="28" name="s19-roofline-checkpoint-5:4:27:dot"/>
          <p:cNvSpPr/>
          <p:nvPr/>
        </p:nvSpPr>
        <p:spPr>
          <a:xfrm>
            <a:off x="5220067" y="1968815"/>
            <a:ext cx="173736" cy="173736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9" name="s19-roofline-checkpoint-5:4:28:line"/>
          <p:cNvSpPr/>
          <p:nvPr/>
        </p:nvSpPr>
        <p:spPr>
          <a:xfrm>
            <a:off x="5306935" y="2055683"/>
            <a:ext cx="914" cy="2059117"/>
          </a:xfrm>
          <a:prstGeom prst="line">
            <a:avLst/>
          </a:prstGeom>
          <a:noFill/>
          <a:ln w="16510">
            <a:solidFill>
              <a:srgbClr val="087F75"/>
            </a:solidFill>
            <a:prstDash val="dash"/>
          </a:ln>
        </p:spPr>
      </p:sp>
      <p:sp>
        <p:nvSpPr>
          <p:cNvPr id="30" name="s19-roofline-checkpoint-5:4:29:text"/>
          <p:cNvSpPr/>
          <p:nvPr/>
        </p:nvSpPr>
        <p:spPr>
          <a:xfrm>
            <a:off x="6812280" y="2487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Ridge ≈ 295.2</a:t>
            </a:r>
            <a:endParaRPr lang="en-US" sz="1800" dirty="0"/>
          </a:p>
        </p:txBody>
      </p:sp>
      <p:sp>
        <p:nvSpPr>
          <p:cNvPr id="31" name="s19-roofline-checkpoint-5:4:30:text"/>
          <p:cNvSpPr/>
          <p:nvPr/>
        </p:nvSpPr>
        <p:spPr>
          <a:xfrm>
            <a:off x="681228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P_peak / BW</a:t>
            </a:r>
            <a:endParaRPr lang="en-US" sz="1400" dirty="0"/>
          </a:p>
        </p:txBody>
      </p:sp>
      <p:sp>
        <p:nvSpPr>
          <p:cNvPr id="32" name="s19-roofline-checkpoint-5:5:31:text"/>
          <p:cNvSpPr/>
          <p:nvPr/>
        </p:nvSpPr>
        <p:spPr>
          <a:xfrm>
            <a:off x="141732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Memory-bound</a:t>
            </a:r>
            <a:endParaRPr lang="en-US" sz="1700" dirty="0"/>
          </a:p>
        </p:txBody>
      </p:sp>
      <p:sp>
        <p:nvSpPr>
          <p:cNvPr id="33" name="s19-roofline-checkpoint-5:5:32:text"/>
          <p:cNvSpPr/>
          <p:nvPr/>
        </p:nvSpPr>
        <p:spPr>
          <a:xfrm>
            <a:off x="5486400" y="2578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Compute-bound</a:t>
            </a:r>
            <a:endParaRPr lang="en-US" sz="1450" dirty="0"/>
          </a:p>
        </p:txBody>
      </p:sp>
      <p:sp>
        <p:nvSpPr>
          <p:cNvPr id="34" name="s19-roofline-checkpoint-5:5:33:text"/>
          <p:cNvSpPr/>
          <p:nvPr/>
        </p:nvSpPr>
        <p:spPr>
          <a:xfrm>
            <a:off x="6812280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≤ min(P_peak, AI × BW)</a:t>
            </a:r>
            <a:endParaRPr lang="en-US" sz="1800" dirty="0"/>
          </a:p>
        </p:txBody>
      </p:sp>
      <p:sp>
        <p:nvSpPr>
          <p:cNvPr id="35" name="s19-roofline-checkpoint-5:5:34:text"/>
          <p:cNvSpPr/>
          <p:nvPr/>
        </p:nvSpPr>
        <p:spPr>
          <a:xfrm>
            <a:off x="548640" y="459943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SXM · BF16 Dense：989 TFLOP/s，3.35 TB/s；双对数坐标；理论上界。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1-mfu-checkpoint-0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五.MFU 基本公式与示例 | Visual QA · Click 0/3</a:t>
            </a:r>
            <a:endParaRPr lang="en-US" sz="1050" dirty="0"/>
          </a:p>
        </p:txBody>
      </p:sp>
      <p:sp>
        <p:nvSpPr>
          <p:cNvPr id="3" name="s21-mfu-checkpoint-0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MFU：把有效模型工作量与可用峰值放在同一尺度</a:t>
            </a:r>
            <a:endParaRPr lang="en-US" sz="2700" dirty="0"/>
          </a:p>
        </p:txBody>
      </p:sp>
      <p:sp>
        <p:nvSpPr>
          <p:cNvPr id="4" name="s21-mfu-checkpoint-0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21-mfu-checkpoint-0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21-mfu-checkpoint-0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21-mfu-checkpoint-0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21-mfu-checkpoint-0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21-mfu-checkpoint-0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21-mfu-checkpoint-0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22</a:t>
            </a:r>
            <a:endParaRPr lang="en-US" sz="1050" dirty="0"/>
          </a:p>
        </p:txBody>
      </p:sp>
      <p:sp>
        <p:nvSpPr>
          <p:cNvPr id="11" name="s21-mfu-checkpoint-0:0:10:text"/>
          <p:cNvSpPr/>
          <p:nvPr/>
        </p:nvSpPr>
        <p:spPr>
          <a:xfrm>
            <a:off x="50292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Example / Not Measured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1-mfu-checkpoint-1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五.MFU 基本公式与示例 | Visual QA · Click 1/3</a:t>
            </a:r>
            <a:endParaRPr lang="en-US" sz="1050" dirty="0"/>
          </a:p>
        </p:txBody>
      </p:sp>
      <p:sp>
        <p:nvSpPr>
          <p:cNvPr id="3" name="s21-mfu-checkpoint-1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MFU：把有效模型工作量与可用峰值放在同一尺度</a:t>
            </a:r>
            <a:endParaRPr lang="en-US" sz="2700" dirty="0"/>
          </a:p>
        </p:txBody>
      </p:sp>
      <p:sp>
        <p:nvSpPr>
          <p:cNvPr id="4" name="s21-mfu-checkpoint-1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21-mfu-checkpoint-1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21-mfu-checkpoint-1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21-mfu-checkpoint-1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21-mfu-checkpoint-1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21-mfu-checkpoint-1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21-mfu-checkpoint-1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22</a:t>
            </a:r>
            <a:endParaRPr lang="en-US" sz="1050" dirty="0"/>
          </a:p>
        </p:txBody>
      </p:sp>
      <p:sp>
        <p:nvSpPr>
          <p:cNvPr id="11" name="s21-mfu-checkpoint-1:0:10:text"/>
          <p:cNvSpPr/>
          <p:nvPr/>
        </p:nvSpPr>
        <p:spPr>
          <a:xfrm>
            <a:off x="50292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Example / Not Measured</a:t>
            </a:r>
            <a:endParaRPr lang="en-US" sz="1800" dirty="0"/>
          </a:p>
        </p:txBody>
      </p:sp>
      <p:sp>
        <p:nvSpPr>
          <p:cNvPr id="12" name="s21-mfu-checkpoint-1:1:11:text"/>
          <p:cNvSpPr/>
          <p:nvPr/>
        </p:nvSpPr>
        <p:spPr>
          <a:xfrm>
            <a:off x="50292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Useful Model FLOPs / Step</a:t>
            </a:r>
            <a:endParaRPr lang="en-US" sz="2000" dirty="0"/>
          </a:p>
        </p:txBody>
      </p:sp>
      <p:sp>
        <p:nvSpPr>
          <p:cNvPr id="13" name="s21-mfu-checkpoint-1:1:12:text"/>
          <p:cNvSpPr/>
          <p:nvPr/>
        </p:nvSpPr>
        <p:spPr>
          <a:xfrm>
            <a:off x="502920" y="2240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100.6M tokens × 60 GFLOPs/token</a:t>
            </a:r>
            <a:endParaRPr lang="en-US" sz="1900" dirty="0"/>
          </a:p>
        </p:txBody>
      </p:sp>
      <p:sp>
        <p:nvSpPr>
          <p:cNvPr id="14" name="s21-mfu-checkpoint-1:1:13:text"/>
          <p:cNvSpPr/>
          <p:nvPr/>
        </p:nvSpPr>
        <p:spPr>
          <a:xfrm>
            <a:off x="6035040" y="2176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6.036 EFLOPs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1-mfu-checkpoint-2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五.MFU 基本公式与示例 | Visual QA · Click 2/3</a:t>
            </a:r>
            <a:endParaRPr lang="en-US" sz="1050" dirty="0"/>
          </a:p>
        </p:txBody>
      </p:sp>
      <p:sp>
        <p:nvSpPr>
          <p:cNvPr id="3" name="s21-mfu-checkpoint-2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MFU：把有效模型工作量与可用峰值放在同一尺度</a:t>
            </a:r>
            <a:endParaRPr lang="en-US" sz="2700" dirty="0"/>
          </a:p>
        </p:txBody>
      </p:sp>
      <p:sp>
        <p:nvSpPr>
          <p:cNvPr id="4" name="s21-mfu-checkpoint-2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21-mfu-checkpoint-2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21-mfu-checkpoint-2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21-mfu-checkpoint-2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21-mfu-checkpoint-2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21-mfu-checkpoint-2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21-mfu-checkpoint-2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22</a:t>
            </a:r>
            <a:endParaRPr lang="en-US" sz="1050" dirty="0"/>
          </a:p>
        </p:txBody>
      </p:sp>
      <p:sp>
        <p:nvSpPr>
          <p:cNvPr id="11" name="s21-mfu-checkpoint-2:0:10:text"/>
          <p:cNvSpPr/>
          <p:nvPr/>
        </p:nvSpPr>
        <p:spPr>
          <a:xfrm>
            <a:off x="50292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Example / Not Measured</a:t>
            </a:r>
            <a:endParaRPr lang="en-US" sz="1800" dirty="0"/>
          </a:p>
        </p:txBody>
      </p:sp>
      <p:sp>
        <p:nvSpPr>
          <p:cNvPr id="12" name="s21-mfu-checkpoint-2:1:11:text"/>
          <p:cNvSpPr/>
          <p:nvPr/>
        </p:nvSpPr>
        <p:spPr>
          <a:xfrm>
            <a:off x="50292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Useful Model FLOPs / Step</a:t>
            </a:r>
            <a:endParaRPr lang="en-US" sz="2000" dirty="0"/>
          </a:p>
        </p:txBody>
      </p:sp>
      <p:sp>
        <p:nvSpPr>
          <p:cNvPr id="13" name="s21-mfu-checkpoint-2:1:12:text"/>
          <p:cNvSpPr/>
          <p:nvPr/>
        </p:nvSpPr>
        <p:spPr>
          <a:xfrm>
            <a:off x="502920" y="2240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100.6M tokens × 60 GFLOPs/token</a:t>
            </a:r>
            <a:endParaRPr lang="en-US" sz="1900" dirty="0"/>
          </a:p>
        </p:txBody>
      </p:sp>
      <p:sp>
        <p:nvSpPr>
          <p:cNvPr id="14" name="s21-mfu-checkpoint-2:1:13:text"/>
          <p:cNvSpPr/>
          <p:nvPr/>
        </p:nvSpPr>
        <p:spPr>
          <a:xfrm>
            <a:off x="6035040" y="2176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6.036 EFLOPs</a:t>
            </a:r>
            <a:endParaRPr lang="en-US" sz="2400" dirty="0"/>
          </a:p>
        </p:txBody>
      </p:sp>
      <p:sp>
        <p:nvSpPr>
          <p:cNvPr id="15" name="s21-mfu-checkpoint-2:2:14:text"/>
          <p:cNvSpPr/>
          <p:nvPr/>
        </p:nvSpPr>
        <p:spPr>
          <a:xfrm>
            <a:off x="502920" y="2743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Total Hardware Peak Throughput</a:t>
            </a:r>
            <a:endParaRPr lang="en-US" sz="2000" dirty="0"/>
          </a:p>
        </p:txBody>
      </p:sp>
      <p:sp>
        <p:nvSpPr>
          <p:cNvPr id="16" name="s21-mfu-checkpoint-2:2:15:text"/>
          <p:cNvSpPr/>
          <p:nvPr/>
        </p:nvSpPr>
        <p:spPr>
          <a:xfrm>
            <a:off x="502920" y="3154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2048 GPUs × 989.5 TFLOP/s</a:t>
            </a:r>
            <a:endParaRPr lang="en-US" sz="1900" dirty="0"/>
          </a:p>
        </p:txBody>
      </p:sp>
      <p:sp>
        <p:nvSpPr>
          <p:cNvPr id="17" name="s21-mfu-checkpoint-2:2:16:text"/>
          <p:cNvSpPr/>
          <p:nvPr/>
        </p:nvSpPr>
        <p:spPr>
          <a:xfrm>
            <a:off x="6035040" y="2971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2.026496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EFLOP/s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1-mfu-checkpoint-3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五.MFU 基本公式与示例 | Visual QA · Click 3/3</a:t>
            </a:r>
            <a:endParaRPr lang="en-US" sz="1050" dirty="0"/>
          </a:p>
        </p:txBody>
      </p:sp>
      <p:sp>
        <p:nvSpPr>
          <p:cNvPr id="3" name="s21-mfu-checkpoint-3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MFU：把有效模型工作量与可用峰值放在同一尺度</a:t>
            </a:r>
            <a:endParaRPr lang="en-US" sz="2700" dirty="0"/>
          </a:p>
        </p:txBody>
      </p:sp>
      <p:sp>
        <p:nvSpPr>
          <p:cNvPr id="4" name="s21-mfu-checkpoint-3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21-mfu-checkpoint-3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21-mfu-checkpoint-3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21-mfu-checkpoint-3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21-mfu-checkpoint-3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21-mfu-checkpoint-3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21-mfu-checkpoint-3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22</a:t>
            </a:r>
            <a:endParaRPr lang="en-US" sz="1050" dirty="0"/>
          </a:p>
        </p:txBody>
      </p:sp>
      <p:sp>
        <p:nvSpPr>
          <p:cNvPr id="11" name="s21-mfu-checkpoint-3:0:10:text"/>
          <p:cNvSpPr/>
          <p:nvPr/>
        </p:nvSpPr>
        <p:spPr>
          <a:xfrm>
            <a:off x="50292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Example / Not Measured</a:t>
            </a:r>
            <a:endParaRPr lang="en-US" sz="1800" dirty="0"/>
          </a:p>
        </p:txBody>
      </p:sp>
      <p:sp>
        <p:nvSpPr>
          <p:cNvPr id="12" name="s21-mfu-checkpoint-3:1:11:text"/>
          <p:cNvSpPr/>
          <p:nvPr/>
        </p:nvSpPr>
        <p:spPr>
          <a:xfrm>
            <a:off x="50292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Useful Model FLOPs / Step</a:t>
            </a:r>
            <a:endParaRPr lang="en-US" sz="2000" dirty="0"/>
          </a:p>
        </p:txBody>
      </p:sp>
      <p:sp>
        <p:nvSpPr>
          <p:cNvPr id="13" name="s21-mfu-checkpoint-3:1:12:text"/>
          <p:cNvSpPr/>
          <p:nvPr/>
        </p:nvSpPr>
        <p:spPr>
          <a:xfrm>
            <a:off x="502920" y="2240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100.6M tokens × 60 GFLOPs/token</a:t>
            </a:r>
            <a:endParaRPr lang="en-US" sz="1900" dirty="0"/>
          </a:p>
        </p:txBody>
      </p:sp>
      <p:sp>
        <p:nvSpPr>
          <p:cNvPr id="14" name="s21-mfu-checkpoint-3:1:13:text"/>
          <p:cNvSpPr/>
          <p:nvPr/>
        </p:nvSpPr>
        <p:spPr>
          <a:xfrm>
            <a:off x="6035040" y="2176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6.036 EFLOPs</a:t>
            </a:r>
            <a:endParaRPr lang="en-US" sz="2400" dirty="0"/>
          </a:p>
        </p:txBody>
      </p:sp>
      <p:sp>
        <p:nvSpPr>
          <p:cNvPr id="15" name="s21-mfu-checkpoint-3:2:14:text"/>
          <p:cNvSpPr/>
          <p:nvPr/>
        </p:nvSpPr>
        <p:spPr>
          <a:xfrm>
            <a:off x="502920" y="2743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Total Hardware Peak Throughput</a:t>
            </a:r>
            <a:endParaRPr lang="en-US" sz="2000" dirty="0"/>
          </a:p>
        </p:txBody>
      </p:sp>
      <p:sp>
        <p:nvSpPr>
          <p:cNvPr id="16" name="s21-mfu-checkpoint-3:2:15:text"/>
          <p:cNvSpPr/>
          <p:nvPr/>
        </p:nvSpPr>
        <p:spPr>
          <a:xfrm>
            <a:off x="502920" y="3154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2048 GPUs × 989.5 TFLOP/s</a:t>
            </a:r>
            <a:endParaRPr lang="en-US" sz="1900" dirty="0"/>
          </a:p>
        </p:txBody>
      </p:sp>
      <p:sp>
        <p:nvSpPr>
          <p:cNvPr id="17" name="s21-mfu-checkpoint-3:2:16:text"/>
          <p:cNvSpPr/>
          <p:nvPr/>
        </p:nvSpPr>
        <p:spPr>
          <a:xfrm>
            <a:off x="6035040" y="2971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2.026496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EFLOP/s</a:t>
            </a:r>
            <a:endParaRPr lang="en-US" sz="2200" dirty="0"/>
          </a:p>
        </p:txBody>
      </p:sp>
      <p:sp>
        <p:nvSpPr>
          <p:cNvPr id="18" name="s21-mfu-checkpoint-3:3:17:text"/>
          <p:cNvSpPr/>
          <p:nvPr/>
        </p:nvSpPr>
        <p:spPr>
          <a:xfrm>
            <a:off x="502920" y="37764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MFU = 6.036 / (6.0 × 2.026496)</a:t>
            </a:r>
            <a:endParaRPr lang="en-US" sz="2100" dirty="0"/>
          </a:p>
        </p:txBody>
      </p:sp>
      <p:sp>
        <p:nvSpPr>
          <p:cNvPr id="19" name="s21-mfu-checkpoint-3:3:18:rect"/>
          <p:cNvSpPr/>
          <p:nvPr/>
        </p:nvSpPr>
        <p:spPr>
          <a:xfrm>
            <a:off x="502920" y="4297680"/>
            <a:ext cx="6126480" cy="22860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" name="s21-mfu-checkpoint-3:3:19:rect"/>
          <p:cNvSpPr/>
          <p:nvPr/>
        </p:nvSpPr>
        <p:spPr>
          <a:xfrm>
            <a:off x="502920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1" name="s21-mfu-checkpoint-3:3:20:rect"/>
          <p:cNvSpPr/>
          <p:nvPr/>
        </p:nvSpPr>
        <p:spPr>
          <a:xfrm>
            <a:off x="807053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2" name="s21-mfu-checkpoint-3:3:21:rect"/>
          <p:cNvSpPr/>
          <p:nvPr/>
        </p:nvSpPr>
        <p:spPr>
          <a:xfrm>
            <a:off x="1111186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3" name="s21-mfu-checkpoint-3:3:22:rect"/>
          <p:cNvSpPr/>
          <p:nvPr/>
        </p:nvSpPr>
        <p:spPr>
          <a:xfrm>
            <a:off x="1415318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4" name="s21-mfu-checkpoint-3:3:23:rect"/>
          <p:cNvSpPr/>
          <p:nvPr/>
        </p:nvSpPr>
        <p:spPr>
          <a:xfrm>
            <a:off x="1719451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5" name="s21-mfu-checkpoint-3:3:24:rect"/>
          <p:cNvSpPr/>
          <p:nvPr/>
        </p:nvSpPr>
        <p:spPr>
          <a:xfrm>
            <a:off x="2023584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6" name="s21-mfu-checkpoint-3:3:25:rect"/>
          <p:cNvSpPr/>
          <p:nvPr/>
        </p:nvSpPr>
        <p:spPr>
          <a:xfrm>
            <a:off x="2327717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7" name="s21-mfu-checkpoint-3:3:26:rect"/>
          <p:cNvSpPr/>
          <p:nvPr/>
        </p:nvSpPr>
        <p:spPr>
          <a:xfrm>
            <a:off x="2631850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8" name="s21-mfu-checkpoint-3:3:27:rect"/>
          <p:cNvSpPr/>
          <p:nvPr/>
        </p:nvSpPr>
        <p:spPr>
          <a:xfrm>
            <a:off x="2935982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9" name="s21-mfu-checkpoint-3:3:28:rect"/>
          <p:cNvSpPr/>
          <p:nvPr/>
        </p:nvSpPr>
        <p:spPr>
          <a:xfrm>
            <a:off x="3240115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30" name="s21-mfu-checkpoint-3:3:29:text"/>
          <p:cNvSpPr/>
          <p:nvPr/>
        </p:nvSpPr>
        <p:spPr>
          <a:xfrm>
            <a:off x="6858000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49.6%</a:t>
            </a:r>
            <a:endParaRPr lang="en-US" sz="3400" dirty="0"/>
          </a:p>
        </p:txBody>
      </p:sp>
      <p:sp>
        <p:nvSpPr>
          <p:cNvPr id="31" name="s21-mfu-checkpoint-3:3:30:text"/>
          <p:cNvSpPr/>
          <p:nvPr/>
        </p:nvSpPr>
        <p:spPr>
          <a:xfrm>
            <a:off x="502920" y="45902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GFLOPs/token、2048 GPUs、6.0 s：假设；989.5：示例规格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V4.1 Flash 计算成本可视化</dc:title>
  <dc:subject/>
  <dc:creator>Presentation Team</dc:creator>
  <cp:lastModifiedBy>Presentation Team</cp:lastModifiedBy>
  <cp:revision>1</cp:revision>
  <dcterms:created xsi:type="dcterms:W3CDTF">2026-10-19T03:09:43Z</dcterms:created>
  <dcterms:modified xsi:type="dcterms:W3CDTF">2026-10-19T03:09:43Z</dcterms:modified>
</cp:coreProperties>
</file>